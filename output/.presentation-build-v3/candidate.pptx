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34af433973445d" /><Relationship Type="http://schemas.openxmlformats.org/officeDocument/2006/relationships/extended-properties" Target="/docProps/app.xml" Id="Rdbedade11d7e4e4b" /><Relationship Type="http://schemas.openxmlformats.org/officeDocument/2006/relationships/officeDocument" Target="/ppt/presentation.xml" Id="R576d8d61819e43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448a4680d3419e"/>
  </p:sldMasterIdLst>
  <p:notesMasterIdLst>
    <p:notesMasterId xmlns:r="http://schemas.openxmlformats.org/officeDocument/2006/relationships" r:id="R8f434380165b4def"/>
  </p:notesMasterIdLst>
  <p:sldIdLst>
    <p:sldId xmlns:r="http://schemas.openxmlformats.org/officeDocument/2006/relationships" id="256" r:id="R115ae32d06424671"/>
    <p:sldId xmlns:r="http://schemas.openxmlformats.org/officeDocument/2006/relationships" id="257" r:id="R63bf5612f95a4b6e"/>
    <p:sldId xmlns:r="http://schemas.openxmlformats.org/officeDocument/2006/relationships" id="258" r:id="Rea33ab76cfed4861"/>
    <p:sldId xmlns:r="http://schemas.openxmlformats.org/officeDocument/2006/relationships" id="259" r:id="R08262c5d56fd419e"/>
    <p:sldId xmlns:r="http://schemas.openxmlformats.org/officeDocument/2006/relationships" id="260" r:id="Rc71f9098d87548a9"/>
    <p:sldId xmlns:r="http://schemas.openxmlformats.org/officeDocument/2006/relationships" id="261" r:id="R7591a7ddb7694b8b"/>
    <p:sldId xmlns:r="http://schemas.openxmlformats.org/officeDocument/2006/relationships" id="262" r:id="Rd8139ae4eadb4073"/>
    <p:sldId xmlns:r="http://schemas.openxmlformats.org/officeDocument/2006/relationships" id="263" r:id="Rd833b08bd6bb4fef"/>
    <p:sldId xmlns:r="http://schemas.openxmlformats.org/officeDocument/2006/relationships" id="264" r:id="R5c2bc82aa02c437d"/>
    <p:sldId xmlns:r="http://schemas.openxmlformats.org/officeDocument/2006/relationships" id="265" r:id="R7168d320576c4a95"/>
    <p:sldId xmlns:r="http://schemas.openxmlformats.org/officeDocument/2006/relationships" id="266" r:id="R32d3e1bc880e47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f76da1cdfc4c84" /><Relationship Type="http://schemas.openxmlformats.org/officeDocument/2006/relationships/slideMaster" Target="/ppt/slideMasters/slideMaster1.xml" Id="Rc1448a4680d3419e" /><Relationship Type="http://schemas.openxmlformats.org/officeDocument/2006/relationships/notesMaster" Target="/ppt/notesMasters/notesMaster1.xml" Id="R8f434380165b4def" /><Relationship Type="http://schemas.openxmlformats.org/officeDocument/2006/relationships/presProps" Target="/ppt/presProps.xml" Id="R39e037c4e1144da6" /><Relationship Type="http://schemas.openxmlformats.org/officeDocument/2006/relationships/tableStyles" Target="/ppt/tableStyles.xml" Id="R5984cfd5cd1a40f8" /><Relationship Type="http://schemas.openxmlformats.org/officeDocument/2006/relationships/slide" Target="/ppt/slides/slide1.xml" Id="R115ae32d06424671" /><Relationship Type="http://schemas.openxmlformats.org/officeDocument/2006/relationships/slide" Target="/ppt/slides/slide2.xml" Id="R63bf5612f95a4b6e" /><Relationship Type="http://schemas.openxmlformats.org/officeDocument/2006/relationships/slide" Target="/ppt/slides/slide3.xml" Id="Rea33ab76cfed4861" /><Relationship Type="http://schemas.openxmlformats.org/officeDocument/2006/relationships/slide" Target="/ppt/slides/slide4.xml" Id="R08262c5d56fd419e" /><Relationship Type="http://schemas.openxmlformats.org/officeDocument/2006/relationships/slide" Target="/ppt/slides/slide5.xml" Id="Rc71f9098d87548a9" /><Relationship Type="http://schemas.openxmlformats.org/officeDocument/2006/relationships/slide" Target="/ppt/slides/slide6.xml" Id="R7591a7ddb7694b8b" /><Relationship Type="http://schemas.openxmlformats.org/officeDocument/2006/relationships/slide" Target="/ppt/slides/slide7.xml" Id="Rd8139ae4eadb4073" /><Relationship Type="http://schemas.openxmlformats.org/officeDocument/2006/relationships/slide" Target="/ppt/slides/slide8.xml" Id="Rd833b08bd6bb4fef" /><Relationship Type="http://schemas.openxmlformats.org/officeDocument/2006/relationships/slide" Target="/ppt/slides/slide9.xml" Id="R5c2bc82aa02c437d" /><Relationship Type="http://schemas.openxmlformats.org/officeDocument/2006/relationships/slide" Target="/ppt/slides/slide10.xml" Id="R7168d320576c4a95" /><Relationship Type="http://schemas.openxmlformats.org/officeDocument/2006/relationships/slide" Target="/ppt/slides/slide11.xml" Id="R32d3e1bc880e47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23e86bb51e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46a2d8a20142b4" /><Relationship Type="http://schemas.openxmlformats.org/officeDocument/2006/relationships/notesMaster" Target="/ppt/notesMasters/notesMaster1.xml" Id="R9a12219a4ec346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75f2d064e84169" /><Relationship Type="http://schemas.openxmlformats.org/officeDocument/2006/relationships/notesMaster" Target="/ppt/notesMasters/notesMaster1.xml" Id="Rf0eb248f47334a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3bb4ad7514453f" /><Relationship Type="http://schemas.openxmlformats.org/officeDocument/2006/relationships/notesMaster" Target="/ppt/notesMasters/notesMaster1.xml" Id="Rf3265121659c48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883a5ecf464b49" /><Relationship Type="http://schemas.openxmlformats.org/officeDocument/2006/relationships/notesMaster" Target="/ppt/notesMasters/notesMaster1.xml" Id="Rc8cce227b99843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72e07d0d3a4bab" /><Relationship Type="http://schemas.openxmlformats.org/officeDocument/2006/relationships/notesMaster" Target="/ppt/notesMasters/notesMaster1.xml" Id="Rfaa88e16841e49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4e4acbc17c4d5b" /><Relationship Type="http://schemas.openxmlformats.org/officeDocument/2006/relationships/notesMaster" Target="/ppt/notesMasters/notesMaster1.xml" Id="Rfb71c6a8f5cc41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b60db4c2fc49e2" /><Relationship Type="http://schemas.openxmlformats.org/officeDocument/2006/relationships/notesMaster" Target="/ppt/notesMasters/notesMaster1.xml" Id="R4a40f996a2ec48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5a3ce0c3a04958" /><Relationship Type="http://schemas.openxmlformats.org/officeDocument/2006/relationships/notesMaster" Target="/ppt/notesMasters/notesMaster1.xml" Id="Ra8da1c56307d45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6e59a4684d43d2" /><Relationship Type="http://schemas.openxmlformats.org/officeDocument/2006/relationships/notesMaster" Target="/ppt/notesMasters/notesMaster1.xml" Id="R611db898fff040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623e53af574c0d" /><Relationship Type="http://schemas.openxmlformats.org/officeDocument/2006/relationships/notesMaster" Target="/ppt/notesMasters/notesMaster1.xml" Id="Ree40088e458749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cd2b067023483f" /><Relationship Type="http://schemas.openxmlformats.org/officeDocument/2006/relationships/notesMaster" Target="/ppt/notesMasters/notesMaster1.xml" Id="Rddae32b067bf4c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10분 구성은 사용자가 제시한 발표 양식(문제 1분, 아키텍처 2분, 라이브 데모 3분, 결과 2분, 한계·다음 2분)에 맞춤. 사진은 프로젝트 frontend/public/media/lab-pour-poster.jpg.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사용자가 제공한 tok-talk 기획 설명을 요약. 실제 제품별 보관 위치와 연구실 운영 규칙은 공식 자료만으로 확정할 수 없다는 점을 다음 슬라이드에서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대상은 소규모 연구·개발 실험실. 사용자 제공 기획 문서의 문제 정의와 공식 자료 기반 RAG 범위를 바탕으로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compose.dev.yaml, frontend/src/stores/tokTalk.ts의 submitQuestion(), rag/app/api/rag.py, rag/app/services/rag.py, datapipeline/pipeline/pipeline.py. Vue /ask는 현재 /rag-query/auto를 직접 호출한다.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rag/app/services/rag.py의 INTENTS, _retrieve, answer. 구체적 안전정보는 실제 원문·제품별 MSDS 검증이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데모 URL은 로컬 개발 서버. 음성 기능은 ElevenLabs 키와 음성 ID 설정에 의존한다. 실험실 위치나 재고 등 공식 자료에 없는 현장 정보는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사용자 제공 수정 전 화면 캡처. 오른쪽은 사용자 제공 수정 후 화면 캡처. 0/3→3/3은 A01–A03 화면 사례의 두 요청 항목 포함 여부이며 정확도·근거성 전체 점수가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datapipeline/reports/chunking_before_after_20261026.md. 항목별 개수는 겹칠 수 있으므로 합산하지 않는다. 동일 BGE-M3, 동일 9개 질문에서 기대 항목 top-5 적중은 9/9→9/9. 색인 용량과 질의 지연은 미측정.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3건은 수동 화면 비교, 9건은 자동 검색 항목 평가. 한 변경의 단독 효과로 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N01–N02는 미실행. KOSHA/NIOSH 공식 자료는 특정 제품과 연구실 자체 배치를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이름과 담당 분야는 사용자가 제공했다. 세부 작업은 rag/app, frontend/src, backend/src/main/java/com/toktalk/auth, datapipeline/pipeline, infra 및 Compose 설정을 확인해 요약했다. 사진은 사용자가 제공한 팀 소개 이미지에서 각 초상 영역을 잘라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c0e3fd4e14f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ac309dc1246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4b313d31f42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9fe1789444a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355fa270b48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087f5cd7f40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8B03C8-98D3-45FD-984E-91745064B1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23038F-869D-4751-A023-F9E60F06C1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780101-9638-4AE7-B1E6-EB400FC8B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E46AB0-EC40-44C0-891B-65C4BBF7C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E16892-3A8A-4603-8187-08DC7059D8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ED218B-D3C7-4AAE-A8CB-7A23855A3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971F40-F839-4B6A-9371-78D0CE04D2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69B4D2-4141-4F06-94BC-A86CCF99FD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06C8A2-2563-4D6A-BF7E-CD997933E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D592D5-DF25-41BF-9112-77E9E1E8C3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c46e601a93454d" /><Relationship Type="http://schemas.openxmlformats.org/officeDocument/2006/relationships/slideLayout" Target="/ppt/slideLayouts/slideLayout1.xml" Id="R7bcaab4c575a4a0c" /><Relationship Type="http://schemas.openxmlformats.org/officeDocument/2006/relationships/slideLayout" Target="/ppt/slideLayouts/slideLayout2.xml" Id="R7da5b06a409c4f80" /><Relationship Type="http://schemas.openxmlformats.org/officeDocument/2006/relationships/slideLayout" Target="/ppt/slideLayouts/slideLayout3.xml" Id="R5c35af3d00c3443e" /><Relationship Type="http://schemas.openxmlformats.org/officeDocument/2006/relationships/slideLayout" Target="/ppt/slideLayouts/slideLayout4.xml" Id="R0b69b04c257544b2" /><Relationship Type="http://schemas.openxmlformats.org/officeDocument/2006/relationships/slideLayout" Target="/ppt/slideLayouts/slideLayout5.xml" Id="Ra3d4b07175d24c8d" /><Relationship Type="http://schemas.openxmlformats.org/officeDocument/2006/relationships/slideLayout" Target="/ppt/slideLayouts/slideLayout6.xml" Id="R419c8385986b4d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aab4c575a4a0c"/>
    <p:sldLayoutId xmlns:r="http://schemas.openxmlformats.org/officeDocument/2006/relationships" id="2147483650" r:id="R7da5b06a409c4f80"/>
    <p:sldLayoutId xmlns:r="http://schemas.openxmlformats.org/officeDocument/2006/relationships" id="2147483651" r:id="R5c35af3d00c3443e"/>
    <p:sldLayoutId xmlns:r="http://schemas.openxmlformats.org/officeDocument/2006/relationships" id="2147483652" r:id="R0b69b04c257544b2"/>
    <p:sldLayoutId xmlns:r="http://schemas.openxmlformats.org/officeDocument/2006/relationships" id="2147483653" r:id="Ra3d4b07175d24c8d"/>
    <p:sldLayoutId xmlns:r="http://schemas.openxmlformats.org/officeDocument/2006/relationships" id="2147483654" r:id="R419c8385986b4d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3df34a46d4fbb" /><Relationship Type="http://schemas.openxmlformats.org/officeDocument/2006/relationships/image" Target="/ppt/media/image.jpeg" Id="R7bea9db5e6654c9c" /><Relationship Type="http://schemas.openxmlformats.org/officeDocument/2006/relationships/notesSlide" Target="/ppt/notesSlides/notesSlide1.xml" Id="R63d3c235497e44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c223f70a7942eb" /><Relationship Type="http://schemas.openxmlformats.org/officeDocument/2006/relationships/notesSlide" Target="/ppt/notesSlides/notesSlide2.xml" Id="R4f4871f258d241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d33a03f5b44e6e" /><Relationship Type="http://schemas.openxmlformats.org/officeDocument/2006/relationships/notesSlide" Target="/ppt/notesSlides/notesSlide3.xml" Id="R30b68d5bc7c046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faa1ed5284cae" /><Relationship Type="http://schemas.openxmlformats.org/officeDocument/2006/relationships/notesSlide" Target="/ppt/notesSlides/notesSlide4.xml" Id="R9c917421878640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aa8d9ec594b15" /><Relationship Type="http://schemas.openxmlformats.org/officeDocument/2006/relationships/notesSlide" Target="/ppt/notesSlides/notesSlide5.xml" Id="Re9f6e14859634c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58fc7db7b423b" /><Relationship Type="http://schemas.openxmlformats.org/officeDocument/2006/relationships/notesSlide" Target="/ppt/notesSlides/notesSlide6.xml" Id="R51501a9880774d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0bfb87ba84423" /><Relationship Type="http://schemas.openxmlformats.org/officeDocument/2006/relationships/image" Target="/ppt/media/image.png" Id="R6226f16e180b4af9" /><Relationship Type="http://schemas.openxmlformats.org/officeDocument/2006/relationships/image" Target="/ppt/media/image2.png" Id="R63475ccc26a84b64" /><Relationship Type="http://schemas.openxmlformats.org/officeDocument/2006/relationships/notesSlide" Target="/ppt/notesSlides/notesSlide7.xml" Id="Rc448a667027849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852eab18f4e9b" /><Relationship Type="http://schemas.openxmlformats.org/officeDocument/2006/relationships/notesSlide" Target="/ppt/notesSlides/notesSlide8.xml" Id="R6081f325c40548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38772829b434a" /><Relationship Type="http://schemas.openxmlformats.org/officeDocument/2006/relationships/notesSlide" Target="/ppt/notesSlides/notesSlide9.xml" Id="Ree75b1b7bd244f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4992e4ccc4fe0" /><Relationship Type="http://schemas.openxmlformats.org/officeDocument/2006/relationships/notesSlide" Target="/ppt/notesSlides/notesSlide10.xml" Id="R964084068aa84b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b2e3096174685" /><Relationship Type="http://schemas.openxmlformats.org/officeDocument/2006/relationships/image" Target="/ppt/media/image3.png" Id="R50513dab13974008" /><Relationship Type="http://schemas.openxmlformats.org/officeDocument/2006/relationships/image" Target="/ppt/media/image4.png" Id="Rc31ddc2d8ac34676" /><Relationship Type="http://schemas.openxmlformats.org/officeDocument/2006/relationships/image" Target="/ppt/media/image5.png" Id="R6f0e447bfea742fe" /><Relationship Type="http://schemas.openxmlformats.org/officeDocument/2006/relationships/image" Target="/ppt/media/image6.png" Id="Rdc9233f7a79146cb" /><Relationship Type="http://schemas.openxmlformats.org/officeDocument/2006/relationships/image" Target="/ppt/media/image7.png" Id="Rf87f77c351b94b4e" /><Relationship Type="http://schemas.openxmlformats.org/officeDocument/2006/relationships/notesSlide" Target="/ppt/notesSlides/notesSlide11.xml" Id="R3f4f08db949146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5DECD-0311-4C0F-B089-E70FB04B38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a9db5e6654c9c"/>
          <a:srcRect xmlns:a="http://schemas.openxmlformats.org/drawingml/2006/main" l="26406" t="0" r="2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0"/>
            <a:ext cx="5753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8DC97-3459-4CB2-8603-B0B9F58E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3500C-6371-4947-BFDD-55E18428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실험 순간에 필요한</a:t>
            </a:r>
          </a:p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화학물질 안전정보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F06B2-1610-408E-85B3-8130CDEE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질문을 공식 자료의 근거와 연결하다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97791-7D17-4219-9A18-64571AFD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10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C10AC-EF9A-4047-9CB5-5AF876E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문제 1분  ·  아키텍처 2분  ·  라이브 데모 3분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750E7-BE29-4CAA-B5B2-D7D3E496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결과 2분  ·  한계와 다음 단계 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80405-A250-4655-BA68-695B0F8D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AI 서비스 개발 Mini-project  |  2026.10.26</a:t>
            </a:r>
          </a:p>
        </p:txBody>
      </p:sp>
    </p:spTree>
    <p:extLst>
      <p:ext uri="{BB962C8B-B14F-4D97-AF65-F5344CB8AC3E}">
        <p14:creationId xmlns:p14="http://schemas.microsoft.com/office/powerpoint/2010/main" val="585216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9746E-B9D9-4B5A-9ABE-D0A5D3EB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· 1분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924C3-A4F6-4193-B5A2-34E9BDD2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시약을 쓰고 다시 보관할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BE23D-4F3F-44E4-BA15-ABCAFF22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08F53-0703-4B72-A855-57454DF1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02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90EAB-C394-404F-9A4B-E6926746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연구실에서는 물질명을 아는 것만으로 안전하게 반납하기 어렵습니다.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76A0C-FBF5-432D-AD97-1A6DA761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60066-8CBD-48FA-A177-8A4A250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냉장고별 온도와 인화성 물질의 분리 보관 조건을 다시 확인해야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C5A03-850F-4A9C-8DC7-AE643E9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8CD59-B1B3-4D38-8382-426FA5CF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취급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1CE5A-826A-4181-9B03-F75D6B7C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고체·액체·용액 상태에 따라 보호구와 환기 조건이 달라집니다.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CDE65-7988-49CB-87C7-95016DF3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C1230-B9A7-41ED-A780-C253BF41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폐기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B2FD3-02FE-45B4-817F-6B02480E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산·염기·유기용매 폐액을 혼합하지 않도록 분류해야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A8BD0-D1BB-474F-B6F9-CE5BFCDF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11E22-EBB4-41BF-BBA2-FFA05012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필요한 정보는 길게 작성된 SDS의 여러 항목에 흩어져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12269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0AAB4-AE38-4F42-A750-A551850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→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68030-38A7-40B0-BFD4-CA2FC659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문서 제목보다 상황을 먼저 묻습니다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4A01E-B572-4BD2-A3B0-46223DEC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FE980-EDED-4AFD-B8C3-CCAF3CBC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03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026A2-6ED8-46C8-94AD-ED0F7CE0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“아세톤은 어떻게 보관하나요?”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3A944-368A-4C4A-AC33-C50963C5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447AE-EFB9-422C-A525-DCD36E4C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“메탄올이 눈에 닿으면 어떻게 해야 하나요?”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92CDE-2CD7-4B1A-B17C-558BFA5B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F5B20-BBFE-48B9-ACE3-C97A1D35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“톨루엔 노출을 줄이려면?”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39936-9B3E-4297-9701-6A2E95A5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KOSHA MSDS와 NIOSH 자료에서 관련 항목을 찾아 한국어 답변과 출처를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405134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B0FEA-E73F-4C46-8E6F-7AE86F26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6DCE0-4E3C-40B8-91BE-89E59132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공식 자료에서 Vue 답변까지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34283-6A5B-4E03-8503-A21B6CE1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78355-C35C-4009-B0B9-5691D811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04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B0AF9-42D3-448A-BBB4-81AD2A9C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36E22-809A-4717-BC59-3B4B5293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763CE-3447-4713-8C55-25082CF1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E698D-6DCB-4B0A-BE4D-59A418EC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KOSHA API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NIOSH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C43B8-96C8-41FF-9541-54755B77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F25D8-F121-4FB5-A85E-E57C2D10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72A86-EE43-4DA3-A87C-10C905BE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4F87E-246A-4BDD-890E-6537351E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빈 항목 제외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CAS·출처 유지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1FF7E-9FFE-4C71-A51D-CE60B9D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327AC-8794-4AE0-8637-8401B9A5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9109D-65A7-4D27-87B6-884D7718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색인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35450-C9B9-4EC6-BF56-93EA1C1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BGE-M3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FAISS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3D296-553F-435F-A443-CB8A04BE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CAE2F-3AD3-426C-A7B9-6D2165C0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4E1B8-E279-4E31-9325-BE541F02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6CDCE-DC05-4F4D-91FC-798C8E0E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의도별 검색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LLM 근거 답변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83951-6A71-4719-9874-7A65D4CE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5CB5C-AE68-41BD-B1DD-C532F126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22454-659E-4D5B-AA51-19854C76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5E1B2-B18E-4964-8E41-D50867C8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Vue /ask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출처·음성 재생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E3FE1-D245-4A95-A4F6-2059C6CA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2A0F0-5634-45A8-BD73-FA44F7C5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인증: Java 백엔드가 JWT 발급  ·  RAG API가 토큰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0BEB5-21A9-4617-A2F9-D4A0BA31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색인 갱신: 원천 데이터 변경 시 재생성</a:t>
            </a:r>
          </a:p>
        </p:txBody>
      </p:sp>
    </p:spTree>
    <p:extLst>
      <p:ext uri="{BB962C8B-B14F-4D97-AF65-F5344CB8AC3E}">
        <p14:creationId xmlns:p14="http://schemas.microsoft.com/office/powerpoint/2010/main" val="209763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464AF-3827-448A-8F82-153ADCEB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BCCDE-E568-4B8C-B3CE-0B221045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질문은 요청 항목별로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40FD9-0EB4-4FE5-B1C0-1ED69093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A1513-2525-4996-A9FA-A0FF33E1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05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2438D-09C3-48B3-B35F-EFDE5B5B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“아세톤의 노출 경로와 안전한 보관 방법은?”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5C7C7-470B-4963-8800-6C319F57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AB3E4-44E2-48AE-B6D4-58646755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노출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018E0-8321-4896-9C98-FD56695E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NIOSH 노출 경로 + 약어표에서 흡입·섭취·피부/눈 접촉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2D3D0-073A-4136-A9C5-CBE60E59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3253C-34AA-4D4F-8FFD-43A76E05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7D15E-8D9D-4193-B165-FE1352D4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 취급 및 저장방법에서 환기·밀폐·점화원 조건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6DCB5-526C-470D-919D-75FA7CED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56124-FDA0-462A-8A0A-4462B11C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두 근거를 함께 제공 → 인용 번호 검사 → 답변·출처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61B16-4A47-41C9-A14F-5697A613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요청 항목의 근거가 없으면 담당자 확인 안내</a:t>
            </a:r>
          </a:p>
        </p:txBody>
      </p:sp>
    </p:spTree>
    <p:extLst>
      <p:ext uri="{BB962C8B-B14F-4D97-AF65-F5344CB8AC3E}">
        <p14:creationId xmlns:p14="http://schemas.microsoft.com/office/powerpoint/2010/main" val="1952403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91CC3-94D6-47C2-BC8A-B1BC216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13316-5D41-42E6-A246-3679EF28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정상 질문과 예외를 한 흐름에서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3885C-A924-4D87-9881-27DE7FDD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708B2-5820-479B-AB58-FC9EF769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06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55879-3627-45F0-A09B-B9E22068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localhost:5174 /ask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F4EDA-E5D5-477F-8B8C-97094195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01  로그인 후 질문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C843C-9203-4A14-B59E-8468B1BD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962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아세톤의 노출 경로와 안전한 보관 방법은?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5961F-EE32-4FCA-B705-39E13276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AE09C-56F7-4D1A-876B-37565FF3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02  답변·출처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171A0-8FCF-49CD-B96E-28F58568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두 항목이 모두 있는지, 출처의 CAS와 섹션이 맞는지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6926D-6006-481B-9B7F-B0F6A598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74820-A3C9-49B3-B1EB-32A8A8D6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03  오탈자·음성 기능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8EEA3-ED7A-4624-A1CF-DD3D5D5B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48325"/>
            <a:ext cx="981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“이세톤 보관 방법” → 표준 물질명 확인  /  답변 듣기</a:t>
            </a:r>
          </a:p>
        </p:txBody>
      </p:sp>
    </p:spTree>
    <p:extLst>
      <p:ext uri="{BB962C8B-B14F-4D97-AF65-F5344CB8AC3E}">
        <p14:creationId xmlns:p14="http://schemas.microsoft.com/office/powerpoint/2010/main" val="1794630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EB2C0-B8C8-44AA-BAFE-94B72FAD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52DD6-0704-4608-815E-28A645C2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질문에서 빠지던 항목을 보완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FBC84-208F-41E4-8697-8E691D28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56F6C-750A-4DE2-9BEC-129E123C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07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9FB4A-DF3A-4072-96FA-59DC1882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화면 비교 3건  ·  요청한 두 항목 충족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FEAAA-1BE8-473E-B731-23EDFDEC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0/3  → 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8A4B7-0249-4ADA-8E47-D4C1AA2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0A2CA-C342-4CC8-834B-D96A5286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7BDB4-2E64-415E-97F5-0AD4763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8BA97-F82D-486A-8076-6E38EFF767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6f16e180b4af9"/>
          <a:srcRect xmlns:a="http://schemas.openxmlformats.org/drawingml/2006/main" l="0" t="16000" r="32500" b="33000"/>
          <a:stretch xmlns:a="http://schemas.openxmlformats.org/drawingml/2006/main"/>
        </p:blipFill>
        <p:spPr>
          <a:xfrm xmlns:a="http://schemas.openxmlformats.org/drawingml/2006/main">
            <a:off x="609600" y="3352800"/>
            <a:ext cx="5238750" cy="25622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A0EF7-7589-479E-8E33-152F574F1A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75ccc26a84b64"/>
          <a:srcRect xmlns:a="http://schemas.openxmlformats.org/drawingml/2006/main" l="0" t="16000" r="32500" b="31000"/>
          <a:stretch xmlns:a="http://schemas.openxmlformats.org/drawingml/2006/main"/>
        </p:blipFill>
        <p:spPr>
          <a:xfrm xmlns:a="http://schemas.openxmlformats.org/drawingml/2006/main">
            <a:off x="6334125" y="3352800"/>
            <a:ext cx="5238750" cy="25622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E5073-C6E9-48A8-AFEB-D405AC14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흡입만 제시해 섭취·피부/눈 접촉이 빠짐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04B69-56E0-44A7-93F0-F9AABFD6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흡입·섭취·피부/눈 접촉과 보관 조건을 제시</a:t>
            </a:r>
          </a:p>
        </p:txBody>
      </p:sp>
    </p:spTree>
    <p:extLst>
      <p:ext uri="{BB962C8B-B14F-4D97-AF65-F5344CB8AC3E}">
        <p14:creationId xmlns:p14="http://schemas.microsoft.com/office/powerpoint/2010/main" val="1592819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CB578-81A5-4C22-A36F-42631808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75D88-652B-4E7F-82B0-B80588E5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적중을 유지하며 색인 잡음을 제거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D92EB-ED7D-4779-A492-1826087F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81BB6-E80D-4162-96E0-61FF3C18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08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DD32B-B0EC-40EE-BDC9-1F4BB8CA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전체 청크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A5491-AC51-45A1-80D9-3F0D2A19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715  →  553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D5DF9-7217-4C0A-B75F-AAE79156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162개 감소  ·  약 22.7%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F0359-1C19-4BCE-A1D3-7510A55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19ABB-402E-4D6C-BBBD-B0104043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57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5B522-AECC-4B9F-BDE4-A351867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7A765-20C8-4633-9E1D-E5B6E148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45464-F339-442F-9479-00C70896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 청크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0F5E3-BB48-48A0-92B3-2942C03F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4764F-405E-4631-BD4D-E0FF4801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0B96E-011D-474B-BFA5-973DAAA9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E8876-11C7-49C4-9F4C-43E623DA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본문 없는 머리글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F126D-69D4-4334-8F36-8E438531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F4805-BC50-4DE4-95F5-0CF4D2ED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DCCB0-58BE-4BC7-BA94-22F53F8D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A9A48-B5E2-4E53-A2E6-68886D1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CAS 없는 청크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4824F-FB4F-46B8-8719-F5A5BE3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A1B89-AAFE-4FD1-96B6-BF8E4A08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1DABE-A9E8-42A6-A6DE-EDA05FFB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8025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49C99-9C30-4F2F-8AF8-EB4DEE0D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평가·개선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23272-38F9-4B0D-9C22-6F65A267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원인 단계를 바꾸고 같은 질문으로 재평가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ACD83-53C5-40B0-8DD7-6C4A4FF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0C025-2B11-42D8-B433-CC0A6FF2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09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158CF-DF79-48B4-8B3C-63681B9D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관찰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13107-89BC-4100-B3F5-7E0DAC81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FB7E4-94AF-47DD-9126-C910ADFA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59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재평가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B869A-4C46-4465-80BF-C56E5212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31639-3D8E-4B08-BFBC-93DBC087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누락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F4323-EFAF-4A21-880A-EC5CCC41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의도 분해·섹션별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79D2B-2CBE-44CF-B2B2-0B0EEB3F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 3건 두 항목 포함 0/3→3/3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4E35A-AB87-4F0B-8D50-8C3509A2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312C9-3EBC-45FE-977F-0CE09269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빈 근거 혼입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D7541-FFC7-4EEE-BD3F-7ED81B1E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없음·머리글 청크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1A23F-418D-4C78-90B4-8B41140D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107→0 / 66→0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431AF-420F-4D7A-A2B0-9EC79998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9CF72-BD76-4AA1-AF19-C7D2D555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 부작용 우려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B9637-E738-48C0-88E8-A4787035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같은 임베딩·CAS·top-5로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6F73E-4014-40A0-9ED9-9A136D84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기대 항목 9/9→9/9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00F77-EDA6-450A-8864-AA739FA0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C66AE-32A1-4FDE-B2A4-5887F1F4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검색 적중, 두 항목 포함, 답변 정확성은 서로 다른 지표입니다.</a:t>
            </a:r>
          </a:p>
        </p:txBody>
      </p:sp>
    </p:spTree>
    <p:extLst>
      <p:ext uri="{BB962C8B-B14F-4D97-AF65-F5344CB8AC3E}">
        <p14:creationId xmlns:p14="http://schemas.microsoft.com/office/powerpoint/2010/main" val="838029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FE8BD-D6FB-405C-88D5-F69EB9D4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한계·다음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E4613-F3D9-4A77-B264-81FDF2B1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다음 검증에서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F12F4-4476-40F5-895C-CF7484AF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91232-FD00-4AB5-9C1A-E1230289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10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F204F-5E1B-486E-8DDA-87150109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현재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75713-11DF-4932-A09C-FBBD236A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050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선정 물질 5종의 공식 자료를 검색하고 출처와 함께 답변합니다.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411C8-4C2E-461A-A374-4693F395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674C6-E0D1-4544-8A32-7BF7FF61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미측정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B9C8F-73CB-4BB0-9FA9-9E6D5D8B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문장별 정확성·근거성·환각률, 지연시간·비용은 아직 점수화하지 않았습니다.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7686F-4718-480D-9E7A-58842E7A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4A235-35F3-4354-8359-C76A7D5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다음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DCA8F-2276-4E9E-8720-FDD81D11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148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5건을 원문과 대조하고, 자료에 없는 현장 질문 2건의 보류 응답을 시험합니다.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71290-087C-493D-B12C-EF6EF0C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F5565-3D35-4C50-8E41-56D28B4F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실제 취급·보관 결정은 제품별 MSDS와 연구실 안전 담당자의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7670201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247902-7A51-4AD3-8DEC-F300C5CF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팀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E2928-B067-40FE-ACF7-95FEEF8E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5명이 나눠 구현한 톡,talk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601F6-D524-4AEB-8648-9BBB806A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39AE4-D28F-438F-BCBA-B1FEDDE0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11 / 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E7D33-41DE-4134-A559-E2EC5E7465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13dab13974008"/>
          <a:srcRect xmlns:a="http://schemas.openxmlformats.org/drawingml/2006/main" l="5800" t="11300" r="75600" b="61300"/>
          <a:stretch xmlns:a="http://schemas.openxmlformats.org/drawingml/2006/main"/>
        </p:blipFill>
        <p:spPr>
          <a:xfrm xmlns:a="http://schemas.openxmlformats.org/drawingml/2006/main">
            <a:off x="8191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DC86A-869F-4CF3-BE04-BD864DE3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김대훈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36025-AF80-4863-8D40-2FEBDA14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RAG · LLM 서빙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0063E-741D-4AAB-84FE-125BDAF5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1B34D-78A9-47F7-868C-1B821ECF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질문별 근거 검색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FastAPI·LLM 답변 생성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0FB63-06BC-4F75-A960-95C92974F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ddc2d8ac34676"/>
          <a:srcRect xmlns:a="http://schemas.openxmlformats.org/drawingml/2006/main" l="50000" t="11300" r="30700" b="61300"/>
          <a:stretch xmlns:a="http://schemas.openxmlformats.org/drawingml/2006/main"/>
        </p:blipFill>
        <p:spPr>
          <a:xfrm xmlns:a="http://schemas.openxmlformats.org/drawingml/2006/main">
            <a:off x="303847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C3F71-7393-4302-8103-7090BB99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강도희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25113-064B-4139-9622-EC88C8A8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02F8E-48B7-4103-9FAD-4F5A281E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FD3C1-4ED7-4E9D-B5D8-CBB52A37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Vue 질문·결과 화면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인증·음성 API 연동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9782D-8F74-4C61-B809-82273A0A31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e447bfea742fe"/>
          <a:srcRect xmlns:a="http://schemas.openxmlformats.org/drawingml/2006/main" l="5400" t="66200" r="75400" b="6200"/>
          <a:stretch xmlns:a="http://schemas.openxmlformats.org/drawingml/2006/main"/>
        </p:blipFill>
        <p:spPr>
          <a:xfrm xmlns:a="http://schemas.openxmlformats.org/drawingml/2006/main">
            <a:off x="525780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D452A-5F05-464E-BF27-25F1B4CC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정수민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1DA40-9F06-4AD6-838B-D21B1003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48C67-5D54-460D-9732-61845DD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62608-1C4E-4064-8143-0A3506EE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Java 로그인·계정 API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JWT 쿠키·MariaDB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96F54-05BB-4296-BD6C-E856BD7263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233f7a79146cb"/>
          <a:srcRect xmlns:a="http://schemas.openxmlformats.org/drawingml/2006/main" l="49800" t="40000" r="30200" b="33800"/>
          <a:stretch xmlns:a="http://schemas.openxmlformats.org/drawingml/2006/main"/>
        </p:blipFill>
        <p:spPr>
          <a:xfrm xmlns:a="http://schemas.openxmlformats.org/drawingml/2006/main">
            <a:off x="747712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89EAE-0C82-4371-8314-9CF42626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이연주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E644D-6EDF-43B0-962E-6F0BEFD1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데이터 파이프라인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DCCFE-E3E5-49A9-835A-784C7E03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7EA0B-D1F1-4CFA-AE56-04295DE3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KOSHA·NIOSH 수집·청킹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BGE-M3·FAISS 색인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B9897C-BF07-4308-A3D9-F639A6F05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f77c351b94b4e"/>
          <a:srcRect xmlns:a="http://schemas.openxmlformats.org/drawingml/2006/main" l="50300" t="66600" r="30700" b="6200"/>
          <a:stretch xmlns:a="http://schemas.openxmlformats.org/drawingml/2006/main"/>
        </p:blipFill>
        <p:spPr>
          <a:xfrm xmlns:a="http://schemas.openxmlformats.org/drawingml/2006/main">
            <a:off x="96964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8E6F85-6DD9-4D83-8F6F-40F46DEF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손연우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5464AA-49E8-4F43-AC53-DEDEEAEE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배포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6508B6-9A13-47AB-B0B1-CC30194D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E81672-5248-4179-B3B0-F5B56B15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Docker Compose·Nginx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헬스체크·기동 검사</a:t>
            </a:r>
          </a:p>
        </p:txBody>
      </p:sp>
    </p:spTree>
    <p:extLst>
      <p:ext uri="{BB962C8B-B14F-4D97-AF65-F5344CB8AC3E}">
        <p14:creationId xmlns:p14="http://schemas.microsoft.com/office/powerpoint/2010/main" val="1500744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2026-10-26T05:21:16.0490000Z</dcterms:created>
  <dcterms:modified xsi:type="dcterms:W3CDTF">2026-10-26T05:21:16.0490000Z</dcterms:modified>
</coreProperties>
</file>