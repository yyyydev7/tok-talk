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d72d82d7784a66" /><Relationship Type="http://schemas.openxmlformats.org/officeDocument/2006/relationships/extended-properties" Target="/docProps/app.xml" Id="R6e77701224334f1f" /><Relationship Type="http://schemas.openxmlformats.org/officeDocument/2006/relationships/officeDocument" Target="/ppt/presentation.xml" Id="R26ca9a5f13e445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cd3345f4094f03"/>
  </p:sldMasterIdLst>
  <p:notesMasterIdLst>
    <p:notesMasterId xmlns:r="http://schemas.openxmlformats.org/officeDocument/2006/relationships" r:id="R858d93a8013f48e2"/>
  </p:notesMasterIdLst>
  <p:sldIdLst>
    <p:sldId xmlns:r="http://schemas.openxmlformats.org/officeDocument/2006/relationships" id="256" r:id="R3b557ebd66474496"/>
    <p:sldId xmlns:r="http://schemas.openxmlformats.org/officeDocument/2006/relationships" id="257" r:id="R27b7e36ca7114812"/>
    <p:sldId xmlns:r="http://schemas.openxmlformats.org/officeDocument/2006/relationships" id="258" r:id="R554e7d20c04c47bd"/>
    <p:sldId xmlns:r="http://schemas.openxmlformats.org/officeDocument/2006/relationships" id="259" r:id="R839dda76c1a649fc"/>
    <p:sldId xmlns:r="http://schemas.openxmlformats.org/officeDocument/2006/relationships" id="260" r:id="Rf5b022bcd5d04d5f"/>
    <p:sldId xmlns:r="http://schemas.openxmlformats.org/officeDocument/2006/relationships" id="261" r:id="R7b189e48687c4921"/>
    <p:sldId xmlns:r="http://schemas.openxmlformats.org/officeDocument/2006/relationships" id="262" r:id="R1094f2fed31744dd"/>
    <p:sldId xmlns:r="http://schemas.openxmlformats.org/officeDocument/2006/relationships" id="263" r:id="R0f4402c4b87540fd"/>
    <p:sldId xmlns:r="http://schemas.openxmlformats.org/officeDocument/2006/relationships" id="264" r:id="R29a75f3a40114bb8"/>
    <p:sldId xmlns:r="http://schemas.openxmlformats.org/officeDocument/2006/relationships" id="265" r:id="Rb56915fe71504667"/>
    <p:sldId xmlns:r="http://schemas.openxmlformats.org/officeDocument/2006/relationships" id="266" r:id="Rbd19b066a2214d12"/>
    <p:sldId xmlns:r="http://schemas.openxmlformats.org/officeDocument/2006/relationships" id="267" r:id="R00ad1d6a25024b2f"/>
    <p:sldId xmlns:r="http://schemas.openxmlformats.org/officeDocument/2006/relationships" id="268" r:id="R44f0f65e0f0c46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cb041c5ceb4164" /><Relationship Type="http://schemas.openxmlformats.org/officeDocument/2006/relationships/slideMaster" Target="/ppt/slideMasters/slideMaster1.xml" Id="Rc9cd3345f4094f03" /><Relationship Type="http://schemas.openxmlformats.org/officeDocument/2006/relationships/notesMaster" Target="/ppt/notesMasters/notesMaster1.xml" Id="R858d93a8013f48e2" /><Relationship Type="http://schemas.openxmlformats.org/officeDocument/2006/relationships/presProps" Target="/ppt/presProps.xml" Id="Recad666a5cc64d5d" /><Relationship Type="http://schemas.openxmlformats.org/officeDocument/2006/relationships/tableStyles" Target="/ppt/tableStyles.xml" Id="Rcf85833593fa4eb0" /><Relationship Type="http://schemas.openxmlformats.org/officeDocument/2006/relationships/slide" Target="/ppt/slides/slide1.xml" Id="R3b557ebd66474496" /><Relationship Type="http://schemas.openxmlformats.org/officeDocument/2006/relationships/slide" Target="/ppt/slides/slide2.xml" Id="R27b7e36ca7114812" /><Relationship Type="http://schemas.openxmlformats.org/officeDocument/2006/relationships/slide" Target="/ppt/slides/slide3.xml" Id="R554e7d20c04c47bd" /><Relationship Type="http://schemas.openxmlformats.org/officeDocument/2006/relationships/slide" Target="/ppt/slides/slide4.xml" Id="R839dda76c1a649fc" /><Relationship Type="http://schemas.openxmlformats.org/officeDocument/2006/relationships/slide" Target="/ppt/slides/slide5.xml" Id="Rf5b022bcd5d04d5f" /><Relationship Type="http://schemas.openxmlformats.org/officeDocument/2006/relationships/slide" Target="/ppt/slides/slide6.xml" Id="R7b189e48687c4921" /><Relationship Type="http://schemas.openxmlformats.org/officeDocument/2006/relationships/slide" Target="/ppt/slides/slide7.xml" Id="R1094f2fed31744dd" /><Relationship Type="http://schemas.openxmlformats.org/officeDocument/2006/relationships/slide" Target="/ppt/slides/slide8.xml" Id="R0f4402c4b87540fd" /><Relationship Type="http://schemas.openxmlformats.org/officeDocument/2006/relationships/slide" Target="/ppt/slides/slide9.xml" Id="R29a75f3a40114bb8" /><Relationship Type="http://schemas.openxmlformats.org/officeDocument/2006/relationships/slide" Target="/ppt/slides/slide10.xml" Id="Rb56915fe71504667" /><Relationship Type="http://schemas.openxmlformats.org/officeDocument/2006/relationships/slide" Target="/ppt/slides/slide11.xml" Id="Rbd19b066a2214d12" /><Relationship Type="http://schemas.openxmlformats.org/officeDocument/2006/relationships/slide" Target="/ppt/slides/slide12.xml" Id="R00ad1d6a25024b2f" /><Relationship Type="http://schemas.openxmlformats.org/officeDocument/2006/relationships/slide" Target="/ppt/slides/slide13.xml" Id="R44f0f65e0f0c46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7bb2d2ad1d45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d2dccbcb824692" /><Relationship Type="http://schemas.openxmlformats.org/officeDocument/2006/relationships/notesMaster" Target="/ppt/notesMasters/notesMaster1.xml" Id="R438a015d9bbc41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4fbc884d3c483a" /><Relationship Type="http://schemas.openxmlformats.org/officeDocument/2006/relationships/notesMaster" Target="/ppt/notesMasters/notesMaster1.xml" Id="R21ca33286ac54a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8f5b33e56243dd" /><Relationship Type="http://schemas.openxmlformats.org/officeDocument/2006/relationships/notesMaster" Target="/ppt/notesMasters/notesMaster1.xml" Id="R0026cbbaae8142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9c7f161591441e" /><Relationship Type="http://schemas.openxmlformats.org/officeDocument/2006/relationships/notesMaster" Target="/ppt/notesMasters/notesMaster1.xml" Id="R9714e592056740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639bea2d1d4902" /><Relationship Type="http://schemas.openxmlformats.org/officeDocument/2006/relationships/notesMaster" Target="/ppt/notesMasters/notesMaster1.xml" Id="R1e9db1e6016348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eeea221f764025" /><Relationship Type="http://schemas.openxmlformats.org/officeDocument/2006/relationships/notesMaster" Target="/ppt/notesMasters/notesMaster1.xml" Id="R2101b1ffcd4040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7c5a105b234ff1" /><Relationship Type="http://schemas.openxmlformats.org/officeDocument/2006/relationships/notesMaster" Target="/ppt/notesMasters/notesMaster1.xml" Id="R5c0d865edbe646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dd855b49914a89" /><Relationship Type="http://schemas.openxmlformats.org/officeDocument/2006/relationships/notesMaster" Target="/ppt/notesMasters/notesMaster1.xml" Id="R10f9860f0c60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26abc9cc614e62" /><Relationship Type="http://schemas.openxmlformats.org/officeDocument/2006/relationships/notesMaster" Target="/ppt/notesMasters/notesMaster1.xml" Id="R643fc61132ca45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e321c32a9e4386" /><Relationship Type="http://schemas.openxmlformats.org/officeDocument/2006/relationships/notesMaster" Target="/ppt/notesMasters/notesMaster1.xml" Id="R300a7b7efed841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851c492dc44e0b" /><Relationship Type="http://schemas.openxmlformats.org/officeDocument/2006/relationships/notesMaster" Target="/ppt/notesMasters/notesMaster1.xml" Id="R9008cfa3e2bf4e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76fd97196a4253" /><Relationship Type="http://schemas.openxmlformats.org/officeDocument/2006/relationships/notesMaster" Target="/ppt/notesMasters/notesMaster1.xml" Id="Re28cd00aa25947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55385b28eb4910" /><Relationship Type="http://schemas.openxmlformats.org/officeDocument/2006/relationships/notesMaster" Target="/ppt/notesMasters/notesMaster1.xml" Id="R70de7075c22247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10분 구성은 사용자가 제시한 발표 양식(문제 1분, 아키텍처 2분, 라이브 데모 3분, 결과 2분, 한계·다음 2분)에 맞춤. 사진은 프로젝트 frontend/public/media/lab-pour-poster.jpg.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사용자가 제공한 tok-talk 기획 설명을 요약. 실제 제품별 보관 위치와 연구실 운영 규칙은 공식 자료만으로 확정할 수 없다는 점을 다음 슬라이드에서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대상은 소규모 연구·개발 실험실. 사용자 제공 기획 문서의 문제 정의와 공식 자료 기반 RAG 범위를 바탕으로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아키텍처 다이어그램을 원본 비율 그대로 전체 화면에 배치했다. 원본 파일: /Users/daehun/Downloads/tok-talk-architecture.png.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rag/app/services/rag.py의 INTENTS, _retrieve, answer. 구체적 안전정보는 실제 원문·제품별 MSDS 검증이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질문창.png를 입력창 중심으로 확대했다. 로그인 화면은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아세톤.png에서 답변 본문을 크게 확대했다. 원본 화면의 출처 목록은 결과 비교 슬라이드와 발표 시 실제 서비스 화면에서 확인할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이세톤.png에서 답변 본문을 크게 확대했다. 이 자료는 오탈자 입력에서 아세톤 이름으로 답변한 화면 사례다.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사용자 제공 수정 전 화면 캡처. 오른쪽은 사용자 제공 수정 후 화면 캡처. 0/3→3/3은 A01–A03 화면 사례의 두 요청 항목 포함 여부이며 정확도·근거성 전체 점수가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datapipeline/reports/chunking_before_after_20261026.md. 항목별 개수는 겹칠 수 있으므로 합산하지 않는다. 동일 BGE-M3, 동일 9개 질문에서 기대 항목 top-5 적중은 9/9→9/9. 색인 용량과 질의 지연은 미측정.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3건은 수동 화면 비교, 9건은 자동 검색 항목 평가. 한 변경의 단독 효과로 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N01–N02는 미실행. KOSHA/NIOSH 공식 자료는 특정 제품과 연구실 자체 배치를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이름과 담당 분야는 사용자가 제공했다. 세부 작업은 rag/app, frontend/src, backend/src/main/java/com/toktalk/auth, datapipeline/pipeline, infra 및 Compose 설정을 확인해 요약했다. 사진은 사용자가 제공한 팀 소개 이미지에서 각 초상 영역을 잘라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d1f3bd2494e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a9fd7ca7b4e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2c251ced947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e33b7ebcf4a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d369a19394e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95ed32e5d43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03E2C5-5E84-4A9A-A7EF-4FE40A8D1F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012B49-7D76-4F9C-8C9F-ED902ECC3E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E8058E2-85A8-4CE5-8044-284FF024F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109FCC-298C-4FF2-94C7-788CDE783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4A19F5-ACB4-4983-BBD9-801F6C8C9C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1C44C9-1B95-40B9-80C3-A14B8D655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61AD20-75DF-46A5-9230-A25424C507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445C95-6313-4890-8635-E9987559D6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A42865-5D26-46B7-BF27-BB60D3809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4F6629-5AC7-4CE2-8C60-D03ACFD2FD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491fa864a4841" /><Relationship Type="http://schemas.openxmlformats.org/officeDocument/2006/relationships/slideLayout" Target="/ppt/slideLayouts/slideLayout1.xml" Id="R9523d17480654706" /><Relationship Type="http://schemas.openxmlformats.org/officeDocument/2006/relationships/slideLayout" Target="/ppt/slideLayouts/slideLayout2.xml" Id="Refe76aa680404898" /><Relationship Type="http://schemas.openxmlformats.org/officeDocument/2006/relationships/slideLayout" Target="/ppt/slideLayouts/slideLayout3.xml" Id="Rc3b8ca1ddb294b9c" /><Relationship Type="http://schemas.openxmlformats.org/officeDocument/2006/relationships/slideLayout" Target="/ppt/slideLayouts/slideLayout4.xml" Id="R84070ac845a0430e" /><Relationship Type="http://schemas.openxmlformats.org/officeDocument/2006/relationships/slideLayout" Target="/ppt/slideLayouts/slideLayout5.xml" Id="Re6a401a8838046c2" /><Relationship Type="http://schemas.openxmlformats.org/officeDocument/2006/relationships/slideLayout" Target="/ppt/slideLayouts/slideLayout6.xml" Id="R0986098cfe6848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23d17480654706"/>
    <p:sldLayoutId xmlns:r="http://schemas.openxmlformats.org/officeDocument/2006/relationships" id="2147483650" r:id="Refe76aa680404898"/>
    <p:sldLayoutId xmlns:r="http://schemas.openxmlformats.org/officeDocument/2006/relationships" id="2147483651" r:id="Rc3b8ca1ddb294b9c"/>
    <p:sldLayoutId xmlns:r="http://schemas.openxmlformats.org/officeDocument/2006/relationships" id="2147483652" r:id="R84070ac845a0430e"/>
    <p:sldLayoutId xmlns:r="http://schemas.openxmlformats.org/officeDocument/2006/relationships" id="2147483653" r:id="Re6a401a8838046c2"/>
    <p:sldLayoutId xmlns:r="http://schemas.openxmlformats.org/officeDocument/2006/relationships" id="2147483654" r:id="R0986098cfe6848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28eaebcdb414d" /><Relationship Type="http://schemas.openxmlformats.org/officeDocument/2006/relationships/image" Target="/ppt/media/image.jpeg" Id="R94389dfc7e934b06" /><Relationship Type="http://schemas.openxmlformats.org/officeDocument/2006/relationships/notesSlide" Target="/ppt/notesSlides/notesSlide1.xml" Id="R0d164f9e4d1748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43b2241f741d4" /><Relationship Type="http://schemas.openxmlformats.org/officeDocument/2006/relationships/notesSlide" Target="/ppt/notesSlides/notesSlide2.xml" Id="Reb67f5b5ace142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fddc81031c4f22" /><Relationship Type="http://schemas.openxmlformats.org/officeDocument/2006/relationships/notesSlide" Target="/ppt/notesSlides/notesSlide3.xml" Id="Ra8e40f945b2b4d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6a4d762fe9400c" /><Relationship Type="http://schemas.openxmlformats.org/officeDocument/2006/relationships/image" Target="/ppt/media/image.png" Id="Rb735622420924c9c" /><Relationship Type="http://schemas.openxmlformats.org/officeDocument/2006/relationships/notesSlide" Target="/ppt/notesSlides/notesSlide4.xml" Id="Re5d727abb58744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2ad928c544b01" /><Relationship Type="http://schemas.openxmlformats.org/officeDocument/2006/relationships/notesSlide" Target="/ppt/notesSlides/notesSlide5.xml" Id="R09ed3aad8a464e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60677f5f674aed" /><Relationship Type="http://schemas.openxmlformats.org/officeDocument/2006/relationships/image" Target="/ppt/media/image2.png" Id="R6d757e6ed4cc4129" /><Relationship Type="http://schemas.openxmlformats.org/officeDocument/2006/relationships/notesSlide" Target="/ppt/notesSlides/notesSlide6.xml" Id="R12ac134aac3f40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252cd8bca4a68" /><Relationship Type="http://schemas.openxmlformats.org/officeDocument/2006/relationships/image" Target="/ppt/media/image3.png" Id="R73e509ac10a249ac" /><Relationship Type="http://schemas.openxmlformats.org/officeDocument/2006/relationships/notesSlide" Target="/ppt/notesSlides/notesSlide7.xml" Id="R8080e74e3ce149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5771aafff418b" /><Relationship Type="http://schemas.openxmlformats.org/officeDocument/2006/relationships/image" Target="/ppt/media/image4.png" Id="R457ff26a39d04e70" /><Relationship Type="http://schemas.openxmlformats.org/officeDocument/2006/relationships/image" Target="/ppt/media/image5.png" Id="R6f976c914bcb42e6" /><Relationship Type="http://schemas.openxmlformats.org/officeDocument/2006/relationships/notesSlide" Target="/ppt/notesSlides/notesSlide8.xml" Id="R45af9ff742d341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e2db802d345ae" /><Relationship Type="http://schemas.openxmlformats.org/officeDocument/2006/relationships/image" Target="/ppt/media/image6.png" Id="Rbd6e9651c4b1499a" /><Relationship Type="http://schemas.openxmlformats.org/officeDocument/2006/relationships/image" Target="/ppt/media/image7.png" Id="Ree9f3203a1334f91" /><Relationship Type="http://schemas.openxmlformats.org/officeDocument/2006/relationships/notesSlide" Target="/ppt/notesSlides/notesSlide9.xml" Id="R8f1829c9cbab46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8ee326868943ba" /><Relationship Type="http://schemas.openxmlformats.org/officeDocument/2006/relationships/notesSlide" Target="/ppt/notesSlides/notesSlide10.xml" Id="R3018b7844cc146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27749e633243d6" /><Relationship Type="http://schemas.openxmlformats.org/officeDocument/2006/relationships/notesSlide" Target="/ppt/notesSlides/notesSlide11.xml" Id="R33334e1823134e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6fc778932e41ef" /><Relationship Type="http://schemas.openxmlformats.org/officeDocument/2006/relationships/notesSlide" Target="/ppt/notesSlides/notesSlide12.xml" Id="Ra204d9f012e944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ed52513c848fb" /><Relationship Type="http://schemas.openxmlformats.org/officeDocument/2006/relationships/image" Target="/ppt/media/image8.png" Id="Re02ebb0623a94b5c" /><Relationship Type="http://schemas.openxmlformats.org/officeDocument/2006/relationships/image" Target="/ppt/media/image9.png" Id="Rbc32178163654961" /><Relationship Type="http://schemas.openxmlformats.org/officeDocument/2006/relationships/image" Target="/ppt/media/image10.png" Id="R0681dcbd80774a99" /><Relationship Type="http://schemas.openxmlformats.org/officeDocument/2006/relationships/image" Target="/ppt/media/image11.png" Id="R86cb6e1447044c2a" /><Relationship Type="http://schemas.openxmlformats.org/officeDocument/2006/relationships/image" Target="/ppt/media/image12.png" Id="R08fe7df9d3c5447b" /><Relationship Type="http://schemas.openxmlformats.org/officeDocument/2006/relationships/notesSlide" Target="/ppt/notesSlides/notesSlide13.xml" Id="R289156074afa40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F0AC4-842E-44F6-B34D-0AA4E6E4E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89dfc7e934b06"/>
          <a:srcRect xmlns:a="http://schemas.openxmlformats.org/drawingml/2006/main" l="26406" t="0" r="2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0"/>
            <a:ext cx="5753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A7D4E-4907-4DD8-A086-765ADA2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8EA39-F68B-4D25-915A-B7CED514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실험 순간에 필요한</a:t>
            </a:r>
          </a:p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화학물질 안전정보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C8977-4204-466C-9A12-70746D07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질문을 공식 자료의 근거와 연결하다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DDD76-10D8-4A8E-86C1-7BCD65CB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10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BD06C-1CF7-44AF-BF80-0266318E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문제 1분  ·  아키텍처 2분  ·  라이브 데모 3분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91837-4054-4084-B159-7C3D1B63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결과 2분  ·  한계와 다음 단계 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06959-4921-4E43-A8B5-088863FE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AI 서비스 개발 Mini-project  |  2026.10.26</a:t>
            </a:r>
          </a:p>
        </p:txBody>
      </p:sp>
    </p:spTree>
    <p:extLst>
      <p:ext uri="{BB962C8B-B14F-4D97-AF65-F5344CB8AC3E}">
        <p14:creationId xmlns:p14="http://schemas.microsoft.com/office/powerpoint/2010/main" val="1626565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A8B5C-A622-42CA-BF1B-E0B98B6B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· 1분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59A96-9A8A-4E67-91DC-35C84D9C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시약을 쓰고 다시 보관할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B23F7-73D9-4327-8D8F-5C720D09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43491-5631-44DA-B41A-7043983F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02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6CD9B-6781-4E8C-B78D-D5810033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연구실에서는 물질명을 아는 것만으로 안전하게 반납하기 어렵습니다.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C926C-BDAF-47A3-9F57-0ED83E08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359C1-4EF0-4FCE-9781-9D183FD9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냉장고별 온도와 인화성 물질의 분리 보관 조건을 다시 확인해야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B0F7B-EE7A-4996-BAE2-19A2875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140ED-60AB-4FD2-AC3B-0BA7D325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취급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1B5D5-E8CD-412A-9C84-3C0FC517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고체·액체·용액 상태에 따라 보호구와 환기 조건이 달라집니다.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18F98-3B62-41E2-AB2E-8068F11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45FEA-6BAC-4B39-8D7B-295BF787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폐기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74884-F172-4034-8CB3-029C49AD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산·염기·유기용매 폐액을 혼합하지 않도록 분류해야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6F118-1B12-4EE4-AD3D-AD585F5A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53C82-7C63-4D1D-9D43-13F3C9EB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필요한 정보는 길게 작성된 SDS의 여러 항목에 흩어져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99329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1C0BA-3338-4516-A3FA-75430AA2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→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F0923-6BC6-450F-B337-CEFA2C69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문서 제목보다 상황을 먼저 묻습니다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04A77-7214-4D06-93CC-55CD192C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DE290-1159-46D7-A816-F5507802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03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7BFB2-A92D-4542-8104-F23E52B9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“아세톤은 어떻게 보관하나요?”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6DF6E-451A-4B3D-AAA5-AF7E7F22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BEEE6-233B-4B20-B546-6331FB30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“메탄올이 눈에 닿으면 어떻게 해야 하나요?”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0E097-E6D6-4150-9A77-7AFAF0C9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B7CE6-1098-4F36-9E33-633C19A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“톨루엔 노출을 줄이려면?”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C008C-5DFB-44E4-B9E7-635111FE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KOSHA MSDS와 NIOSH 자료에서 관련 항목을 찾아 한국어 답변과 출처를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764835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AD470-A852-484A-8789-0A50C3EFDD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5622420924c9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50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3CBE6-861B-4AD6-B618-2EFF5DB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A99B3-24F8-40B3-89DA-F5EBD9B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질문은 요청 항목별로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FBB3D-B6DD-462E-B432-B439C566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FACDA-2A46-4237-936C-0427260A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05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3FDB9-A3DE-48BD-AF13-171594D2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“아세톤의 노출 경로와 안전한 보관 방법은?”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0D8CD-F98C-464C-BD3D-4060E717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AFBCC-F754-44BA-A016-93E107EC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노출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855FF-1FC3-4FA5-BB22-5C80D16C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NIOSH 노출 경로 + 약어표에서 흡입·섭취·피부/눈 접촉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D600A-E44A-421C-8450-E21A2CF7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F3366-2DE3-4BE4-A01E-B3153C4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BB1F4-C438-46E9-B381-7C0A23D3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 취급 및 저장방법에서 환기·밀폐·점화원 조건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B5143-2C9A-448D-8A5F-4D65C3AC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482EE-1FD6-4CC5-9015-A0061587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두 근거를 함께 제공 → 인용 번호 검사 → 답변·출처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E403D-52A4-4400-B7EA-36FC09E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요청 항목의 근거가 없으면 담당자 확인 안내</a:t>
            </a:r>
          </a:p>
        </p:txBody>
      </p:sp>
    </p:spTree>
    <p:extLst>
      <p:ext uri="{BB962C8B-B14F-4D97-AF65-F5344CB8AC3E}">
        <p14:creationId xmlns:p14="http://schemas.microsoft.com/office/powerpoint/2010/main" val="970537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F95A0-2E43-4828-9FAE-0CE4F23C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C1389-E9F2-4C77-BF6B-97939D00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 입력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6BC9C-C968-4064-928E-CFAC3DCF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90275-123C-4AEC-9137-F05C4854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06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C6950-A334-43BC-B669-057F731E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물질 선택·텍스트 입력·음성 질문을 한 화면에서 시작합니다.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B2594-91E7-455D-9E96-D5EC6D9F8E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57e6ed4cc4129"/>
          <a:srcRect xmlns:a="http://schemas.openxmlformats.org/drawingml/2006/main" l="28700" t="16000" r="29000" b="55500"/>
          <a:stretch xmlns:a="http://schemas.openxmlformats.org/drawingml/2006/main"/>
        </p:blipFill>
        <p:spPr>
          <a:xfrm xmlns:a="http://schemas.openxmlformats.org/drawingml/2006/main">
            <a:off x="1047750" y="2352675"/>
            <a:ext cx="10096500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84F4B-E76A-41D0-8116-A53526A5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검색 버튼으로 물질을 고르고, 질문하거나 마이크로 음성을 입력합니다.</a:t>
            </a:r>
          </a:p>
        </p:txBody>
      </p:sp>
    </p:spTree>
    <p:extLst>
      <p:ext uri="{BB962C8B-B14F-4D97-AF65-F5344CB8AC3E}">
        <p14:creationId xmlns:p14="http://schemas.microsoft.com/office/powerpoint/2010/main" val="21017595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E09CA-676E-4154-A953-A5BA82F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AE123-0F07-406F-AF50-EC5E06DD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아세톤: 두 항목에 한 번에 답변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EF488-FE1C-45DB-B1F1-0485678A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79805-9B7F-4032-8B9E-263D9FA3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07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112F4-049D-4440-ACF2-B1613ED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아세톤의 노출 경로와 안전한 보관 방법은?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EBE6-D053-4A7A-83F3-F86AF0728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509ac10a249ac"/>
          <a:srcRect xmlns:a="http://schemas.openxmlformats.org/drawingml/2006/main" l="30800" t="24900" r="31200" b="50400"/>
          <a:stretch xmlns:a="http://schemas.openxmlformats.org/drawingml/2006/main"/>
        </p:blipFill>
        <p:spPr>
          <a:xfrm xmlns:a="http://schemas.openxmlformats.org/drawingml/2006/main">
            <a:off x="609600" y="2390775"/>
            <a:ext cx="10972800" cy="3590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B04FA-ECF0-4C7D-B2C7-315CBE25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흡입·섭취·피부/눈 접촉  /  환기·밀폐·점화원 회피</a:t>
            </a:r>
          </a:p>
        </p:txBody>
      </p:sp>
    </p:spTree>
    <p:extLst>
      <p:ext uri="{BB962C8B-B14F-4D97-AF65-F5344CB8AC3E}">
        <p14:creationId xmlns:p14="http://schemas.microsoft.com/office/powerpoint/2010/main" val="571532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F12C6-3E56-4C4F-B547-EEB7D3A2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78081-A5F1-4442-9D48-DC8D5E63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오탈자에도 표준 물질명으로 답변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A2417-DCC2-4F5A-836A-CF96E91D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71226-41AB-403B-9CB3-7564EB0C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08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F20D2-2074-4920-A7BB-EA343FCF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입력: “이세톤”  /  답변: “아세톤”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42111-63C2-405B-B72E-C40DCF77A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ff26a39d04e70"/>
          <a:srcRect xmlns:a="http://schemas.openxmlformats.org/drawingml/2006/main" l="54700" t="19700" r="31200" b="75800"/>
          <a:stretch xmlns:a="http://schemas.openxmlformats.org/drawingml/2006/main"/>
        </p:blipFill>
        <p:spPr>
          <a:xfrm xmlns:a="http://schemas.openxmlformats.org/drawingml/2006/main">
            <a:off x="7296150" y="1790700"/>
            <a:ext cx="4229100" cy="4381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38F45-FF35-433B-917B-45D6053AB1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76c914bcb42e6"/>
          <a:srcRect xmlns:a="http://schemas.openxmlformats.org/drawingml/2006/main" l="30900" t="26900" r="31200" b="48400"/>
          <a:stretch xmlns:a="http://schemas.openxmlformats.org/drawingml/2006/main"/>
        </p:blipFill>
        <p:spPr>
          <a:xfrm xmlns:a="http://schemas.openxmlformats.org/drawingml/2006/main">
            <a:off x="609600" y="2390775"/>
            <a:ext cx="10972800" cy="35909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0582D-BCED-4BA4-A624-1F135B87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CAS 67-64-1의 안전 자료를 근거로 같은 항목을 답변</a:t>
            </a:r>
          </a:p>
        </p:txBody>
      </p:sp>
    </p:spTree>
    <p:extLst>
      <p:ext uri="{BB962C8B-B14F-4D97-AF65-F5344CB8AC3E}">
        <p14:creationId xmlns:p14="http://schemas.microsoft.com/office/powerpoint/2010/main" val="765299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6C7C5-CA59-4192-B391-E72C5027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48F8D-EBE0-417A-BFF8-235D51C5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질문에서 빠지던 항목을 보완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5CA59-136C-4267-8266-8D04E619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165EC-A463-48E7-9D75-DFDB95E7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09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EA42F-C770-4B55-94FD-B8FF4EBD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화면 비교 3건  ·  요청한 두 항목 충족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D54B0-91E7-4B8B-90AA-C8EAA0DD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0/3  → 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0508C-7A60-4781-AAAC-32AE995A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E2EA3-883E-4AF3-8F3E-8FABC72D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5F86B-AC54-476D-985C-E6F5223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F7C55-F753-4F45-83B5-D9ABF46589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e9651c4b1499a"/>
          <a:srcRect xmlns:a="http://schemas.openxmlformats.org/drawingml/2006/main" l="0" t="16000" r="32500" b="33000"/>
          <a:stretch xmlns:a="http://schemas.openxmlformats.org/drawingml/2006/main"/>
        </p:blipFill>
        <p:spPr>
          <a:xfrm xmlns:a="http://schemas.openxmlformats.org/drawingml/2006/main">
            <a:off x="609600" y="3352800"/>
            <a:ext cx="5238750" cy="25622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45D42-774A-4112-A93F-AE050C1D9D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f3203a1334f91"/>
          <a:srcRect xmlns:a="http://schemas.openxmlformats.org/drawingml/2006/main" l="0" t="16000" r="32500" b="31000"/>
          <a:stretch xmlns:a="http://schemas.openxmlformats.org/drawingml/2006/main"/>
        </p:blipFill>
        <p:spPr>
          <a:xfrm xmlns:a="http://schemas.openxmlformats.org/drawingml/2006/main">
            <a:off x="6334125" y="3352800"/>
            <a:ext cx="5238750" cy="25622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6D610-8EC8-40E6-BBF6-175733A0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흡입만 제시해 섭취·피부/눈 접촉이 빠짐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D1E1F-49F2-42DA-A201-366F340B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흡입·섭취·피부/눈 접촉과 보관 조건을 제시</a:t>
            </a:r>
          </a:p>
        </p:txBody>
      </p:sp>
    </p:spTree>
    <p:extLst>
      <p:ext uri="{BB962C8B-B14F-4D97-AF65-F5344CB8AC3E}">
        <p14:creationId xmlns:p14="http://schemas.microsoft.com/office/powerpoint/2010/main" val="1150074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9A67D-FBF0-4011-83EC-B4DDE9D0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F77DF-A973-4F95-897B-5253DAB0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적중을 유지하며 색인 잡음을 제거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3A733-0DB6-4925-B98D-9038C545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AF30E-1887-4E34-91DA-A2DADBF0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10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51885-ED1B-41D5-988E-48E919F7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전체 청크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57772-AD0A-4BE7-B130-9ACB1DC7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715  →  553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6E7AF-BCC4-4E63-A264-7415A896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162개 감소  ·  약 22.7%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417C0-6C62-49A9-A00B-77B81C90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7DC70-CD34-4433-95E4-0E198EE6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57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FD51F-D1C8-4D2A-84F5-A85978E6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833BC-3D93-489E-9AC5-C4AC7FED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3A092-58A9-402E-8FCB-E627AB7A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 청크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ABE9B-9C05-4E0A-98CD-2233DD74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F8390-F901-4561-8EB8-E9235794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78141-E91B-4623-B9C3-3B48706C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87025-896B-47EA-8F45-F2FD6F8E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본문 없는 머리글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1ADBE-FA71-4AD4-B30E-A1AE056C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B54F2-6796-42A6-BFAC-E0C1BCF3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E7D6C-EB6A-493B-9179-B9BC6042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6CCA2-1789-4513-BA1F-020A44F7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CAS 없는 청크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772A4-F943-4A44-808E-EDF7C696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68AD8-B2F0-494C-AB6D-2558AA9E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D7D20-A96D-4084-991F-5CD01718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97273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A3372-30AC-4571-844C-2E6729F0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평가·개선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1E58E-EF13-468D-9D51-2A993303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원인 단계를 바꾸고 같은 질문으로 재평가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E9890-FD41-483C-A700-4049AF6A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05D90-6DAE-4AF2-8E30-831A226F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11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5BE15-C2A2-4BA8-9DBC-57F95212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관찰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8CCB8-1C05-4D9F-A2B8-D1EE6A5D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198C4-F0D2-4D0B-B9CE-C00AC2A2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59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재평가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8EB94-BB22-4C3C-B39C-FDBFF119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1F91A-EAB9-45F3-9846-AE0DC9B6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누락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64077-1370-4C18-8378-36A5AC6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의도 분해·섹션별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17281-32FB-46FF-9D3B-3A4F3263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 3건 두 항목 포함 0/3→3/3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3166C-77F2-4DAD-A6FE-0290E586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D0F27-DFDA-42AD-BA1D-435BAABA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빈 근거 혼입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001F0-1301-4E2D-87C4-17F033C9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없음·머리글 청크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D2837-7479-4132-BDA6-A3A1A85E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107→0 / 66→0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44E2A-E258-4560-B3B9-86812D2A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0BBC4-B135-4A60-A212-1F411CB6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 부작용 우려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FF659-3C4D-46AC-924E-64B35820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같은 임베딩·CAS·top-5로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EA413-F973-4A25-A213-903D885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기대 항목 9/9→9/9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0FEB0-4ABB-4292-8DFE-C44B3194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21412-7324-4AED-A789-CBC34C7E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검색 적중, 두 항목 포함, 답변 정확성은 서로 다른 지표입니다.</a:t>
            </a:r>
          </a:p>
        </p:txBody>
      </p:sp>
    </p:spTree>
    <p:extLst>
      <p:ext uri="{BB962C8B-B14F-4D97-AF65-F5344CB8AC3E}">
        <p14:creationId xmlns:p14="http://schemas.microsoft.com/office/powerpoint/2010/main" val="5573255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8FB58-2EEC-451F-85CB-3034AB6C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한계·다음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378C0-F13A-44A9-800A-BCC5B019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다음 검증에서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4ECA8-6DEE-4FB0-8268-DB344E7C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C51B6-6B5F-4CFB-8EC7-BE514914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12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29D3C-42B3-4F71-89E9-FFA41749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현재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61CA0-3A1E-456C-8783-72F3C423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050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선정 물질 5종의 공식 자료를 검색하고 출처와 함께 답변합니다.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8B868-8F30-45CB-8CE4-1890579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8908D-90A0-4EEF-BD62-80B7D1CC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미측정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E74C0-3A7D-438E-8AAB-DE7D7C96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문장별 정확성·근거성·환각률, 지연시간·비용은 아직 점수화하지 않았습니다.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27D75-23B6-4D93-9996-A500146F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D83AE-E56D-4702-A2E5-5D3A7960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다음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43070-EA7D-4296-9D5E-AC24848B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148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5건을 원문과 대조하고, 자료에 없는 현장 질문 2건의 보류 응답을 시험합니다.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0BB30-188D-48E2-8058-B7D5655A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0B83E-723C-4B67-8A3C-DE452B43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실제 취급·보관 결정은 제품별 MSDS와 연구실 안전 담당자의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2338384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71D96D-1E06-453F-A107-BE04645A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팀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98FC4-3F29-4D21-BF6B-F10D6502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5명이 나눠 구현한 톡,talk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4DAF5-49C9-4A2E-B1FB-123B1B9A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5C6C3-0701-461E-92F5-AB5EB770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13 / 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DD9BA-7A2A-4C63-B1C4-FF2F4622C4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ebb0623a94b5c"/>
          <a:srcRect xmlns:a="http://schemas.openxmlformats.org/drawingml/2006/main" l="5800" t="11300" r="75600" b="61300"/>
          <a:stretch xmlns:a="http://schemas.openxmlformats.org/drawingml/2006/main"/>
        </p:blipFill>
        <p:spPr>
          <a:xfrm xmlns:a="http://schemas.openxmlformats.org/drawingml/2006/main">
            <a:off x="8191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D07E5-A5D9-428A-8E41-C2C29E62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김대훈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EC57A-5ABC-4C16-8E24-059FEB13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RAG · LLM 서빙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96140-2372-4EF7-A413-14362080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967AA-D37E-4DB0-98AB-FF3A6CCE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질문별 근거 검색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FastAPI·LLM 답변 생성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2727A-63F9-4F07-BF2E-98A8863CC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2178163654961"/>
          <a:srcRect xmlns:a="http://schemas.openxmlformats.org/drawingml/2006/main" l="50000" t="11300" r="30700" b="61300"/>
          <a:stretch xmlns:a="http://schemas.openxmlformats.org/drawingml/2006/main"/>
        </p:blipFill>
        <p:spPr>
          <a:xfrm xmlns:a="http://schemas.openxmlformats.org/drawingml/2006/main">
            <a:off x="303847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62B30-29B1-4B35-82DE-F1EF77CA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강도희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BBBEE-2BD3-4E03-8FA3-A20EAF2B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B9094-2549-462D-BEFD-77B8CDC5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66E24-A357-4F93-8FD4-BD97F529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Vue 질문·결과 화면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인증·음성 API 연동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FF314-4387-4A5B-8FBE-84B624F317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1dcbd80774a99"/>
          <a:srcRect xmlns:a="http://schemas.openxmlformats.org/drawingml/2006/main" l="5400" t="66200" r="75400" b="6200"/>
          <a:stretch xmlns:a="http://schemas.openxmlformats.org/drawingml/2006/main"/>
        </p:blipFill>
        <p:spPr>
          <a:xfrm xmlns:a="http://schemas.openxmlformats.org/drawingml/2006/main">
            <a:off x="525780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4DFF0-4B12-4969-B879-D9072866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정수민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8437D-6F80-4336-A64B-CA1979BD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9CF98-9F73-43F4-BEEA-1B50C18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1CC97-C712-4043-9C78-49545FCC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Java 로그인·계정 API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JWT 쿠키·MariaDB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4288C-332F-4FD3-964D-E4ED405FE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b6e1447044c2a"/>
          <a:srcRect xmlns:a="http://schemas.openxmlformats.org/drawingml/2006/main" l="49800" t="40000" r="30200" b="33800"/>
          <a:stretch xmlns:a="http://schemas.openxmlformats.org/drawingml/2006/main"/>
        </p:blipFill>
        <p:spPr>
          <a:xfrm xmlns:a="http://schemas.openxmlformats.org/drawingml/2006/main">
            <a:off x="747712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A9341-7CE6-48D2-A57F-4F4555E9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이연주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8FB99-5054-423E-9C2B-9B1C706C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데이터 파이프라인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ECCF9-D0C0-4057-BEAA-EDBC68F7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DC0A5-7F6A-482C-9D04-FF74126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KOSHA·NIOSH 수집·청킹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BGE-M3·FAISS 색인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2B9E6-6592-43D0-A9B2-17030A36C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e7df9d3c5447b"/>
          <a:srcRect xmlns:a="http://schemas.openxmlformats.org/drawingml/2006/main" l="50300" t="66600" r="30700" b="6200"/>
          <a:stretch xmlns:a="http://schemas.openxmlformats.org/drawingml/2006/main"/>
        </p:blipFill>
        <p:spPr>
          <a:xfrm xmlns:a="http://schemas.openxmlformats.org/drawingml/2006/main">
            <a:off x="96964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54D75-46E8-4A49-AEAD-55B8C0EA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손연우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741C1B-1B9B-422F-A721-40F39304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배포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F20EB3-2BC1-420A-9498-028F1DD0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01E2E-3991-4B2D-8A60-4D6A3253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Docker Compose·Nginx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헬스체크·기동 검사</a:t>
            </a:r>
          </a:p>
        </p:txBody>
      </p:sp>
    </p:spTree>
    <p:extLst>
      <p:ext uri="{BB962C8B-B14F-4D97-AF65-F5344CB8AC3E}">
        <p14:creationId xmlns:p14="http://schemas.microsoft.com/office/powerpoint/2010/main" val="1883364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2026-10-26T05:37:49.3970000Z</dcterms:created>
  <dcterms:modified xsi:type="dcterms:W3CDTF">2026-10-26T05:37:49.3980000Z</dcterms:modified>
</coreProperties>
</file>