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7e060819a74ede" /><Relationship Type="http://schemas.openxmlformats.org/officeDocument/2006/relationships/extended-properties" Target="/docProps/app.xml" Id="R845afab0b8864d63" /><Relationship Type="http://schemas.openxmlformats.org/officeDocument/2006/relationships/officeDocument" Target="/ppt/presentation.xml" Id="R6b4f9e57d9d845a3" /></Relationships>
</file>

<file path=ppt/presentation.xml><?xml version="1.0" encoding="utf-8"?>
<p:presentation xmlns:p="http://schemas.openxmlformats.org/presentationml/2006/main">
  <p:sldMasterIdLst>
    <p:sldMasterId xmlns:r="http://schemas.openxmlformats.org/officeDocument/2006/relationships" id="2147483648" r:id="R64a2bfc1dc4f45aa"/>
  </p:sldMasterIdLst>
  <p:notesMasterIdLst>
    <p:notesMasterId xmlns:r="http://schemas.openxmlformats.org/officeDocument/2006/relationships" r:id="Reeb76269bf584725"/>
  </p:notesMasterIdLst>
  <p:sldIdLst>
    <p:sldId xmlns:r="http://schemas.openxmlformats.org/officeDocument/2006/relationships" id="256" r:id="R3db16a29d7184041"/>
    <p:sldId xmlns:r="http://schemas.openxmlformats.org/officeDocument/2006/relationships" id="257" r:id="Rdbc797c9b5104a34"/>
    <p:sldId xmlns:r="http://schemas.openxmlformats.org/officeDocument/2006/relationships" id="258" r:id="R987352eed55c457f"/>
    <p:sldId xmlns:r="http://schemas.openxmlformats.org/officeDocument/2006/relationships" id="259" r:id="Rf181db8f490b4d1f"/>
    <p:sldId xmlns:r="http://schemas.openxmlformats.org/officeDocument/2006/relationships" id="260" r:id="R90d0415a5cc04d7c"/>
    <p:sldId xmlns:r="http://schemas.openxmlformats.org/officeDocument/2006/relationships" id="261" r:id="R5497441969fe4f5f"/>
    <p:sldId xmlns:r="http://schemas.openxmlformats.org/officeDocument/2006/relationships" id="262" r:id="Ref15cf0bbfca46dd"/>
    <p:sldId xmlns:r="http://schemas.openxmlformats.org/officeDocument/2006/relationships" id="263" r:id="Rf2863426711340b2"/>
    <p:sldId xmlns:r="http://schemas.openxmlformats.org/officeDocument/2006/relationships" id="264" r:id="Re0c25d303d4840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df7cad0e7e4da6" /><Relationship Type="http://schemas.openxmlformats.org/officeDocument/2006/relationships/slideMaster" Target="/ppt/slideMasters/slideMaster1.xml" Id="R64a2bfc1dc4f45aa" /><Relationship Type="http://schemas.openxmlformats.org/officeDocument/2006/relationships/notesMaster" Target="/ppt/notesMasters/notesMaster1.xml" Id="Reeb76269bf584725" /><Relationship Type="http://schemas.openxmlformats.org/officeDocument/2006/relationships/presProps" Target="/ppt/presProps.xml" Id="R91c4243d171242ce" /><Relationship Type="http://schemas.openxmlformats.org/officeDocument/2006/relationships/tableStyles" Target="/ppt/tableStyles.xml" Id="R0052fb73b0b24f4a" /><Relationship Type="http://schemas.openxmlformats.org/officeDocument/2006/relationships/slide" Target="/ppt/slides/slide1.xml" Id="R3db16a29d7184041" /><Relationship Type="http://schemas.openxmlformats.org/officeDocument/2006/relationships/slide" Target="/ppt/slides/slide2.xml" Id="Rdbc797c9b5104a34" /><Relationship Type="http://schemas.openxmlformats.org/officeDocument/2006/relationships/slide" Target="/ppt/slides/slide3.xml" Id="R987352eed55c457f" /><Relationship Type="http://schemas.openxmlformats.org/officeDocument/2006/relationships/slide" Target="/ppt/slides/slide4.xml" Id="Rf181db8f490b4d1f" /><Relationship Type="http://schemas.openxmlformats.org/officeDocument/2006/relationships/slide" Target="/ppt/slides/slide5.xml" Id="R90d0415a5cc04d7c" /><Relationship Type="http://schemas.openxmlformats.org/officeDocument/2006/relationships/slide" Target="/ppt/slides/slide6.xml" Id="R5497441969fe4f5f" /><Relationship Type="http://schemas.openxmlformats.org/officeDocument/2006/relationships/slide" Target="/ppt/slides/slide7.xml" Id="Ref15cf0bbfca46dd" /><Relationship Type="http://schemas.openxmlformats.org/officeDocument/2006/relationships/slide" Target="/ppt/slides/slide8.xml" Id="Rf2863426711340b2" /><Relationship Type="http://schemas.openxmlformats.org/officeDocument/2006/relationships/slide" Target="/ppt/slides/slide9.xml" Id="Re0c25d303d4840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821417409c45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aad9354a7746ff" /><Relationship Type="http://schemas.openxmlformats.org/officeDocument/2006/relationships/notesMaster" Target="/ppt/notesMasters/notesMaster1.xml" Id="Rd51ff8a67ca04c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3bd17a6e6a4981" /><Relationship Type="http://schemas.openxmlformats.org/officeDocument/2006/relationships/notesMaster" Target="/ppt/notesMasters/notesMaster1.xml" Id="Ra88d686d090c44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2b41e8c3e74e31" /><Relationship Type="http://schemas.openxmlformats.org/officeDocument/2006/relationships/notesMaster" Target="/ppt/notesMasters/notesMaster1.xml" Id="Rab459c35914649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e6c51299914021" /><Relationship Type="http://schemas.openxmlformats.org/officeDocument/2006/relationships/notesMaster" Target="/ppt/notesMasters/notesMaster1.xml" Id="R48b95438d2d848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9d8183d3434963" /><Relationship Type="http://schemas.openxmlformats.org/officeDocument/2006/relationships/notesMaster" Target="/ppt/notesMasters/notesMaster1.xml" Id="Rd42eb52db48f41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b6ea610cbc4ccf" /><Relationship Type="http://schemas.openxmlformats.org/officeDocument/2006/relationships/notesMaster" Target="/ppt/notesMasters/notesMaster1.xml" Id="Rf801f9acd6484b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2b014cb5014d00" /><Relationship Type="http://schemas.openxmlformats.org/officeDocument/2006/relationships/notesMaster" Target="/ppt/notesMasters/notesMaster1.xml" Id="R07432b51dd0e4b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76dad0cbcd4f4a" /><Relationship Type="http://schemas.openxmlformats.org/officeDocument/2006/relationships/notesMaster" Target="/ppt/notesMasters/notesMaster1.xml" Id="Rfbb72ba7869242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34ff2c92274a7d" /><Relationship Type="http://schemas.openxmlformats.org/officeDocument/2006/relationships/notesMaster" Target="/ppt/notesMasters/notesMaster1.xml" Id="Re4a3423814674e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10분 발표 초안. 각 구간의 시간은 사용자가 제공한 Day 3 발표 가이드를 따랐다.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제공 기획 문서의 실제 불편: 시약의 보관 위치·온도·분리 보관 여부를 기억에 의존한다. 같은 물질도 고체·액체·용액 상태에 따라 취급 조건이 다르고 폐액 분류도 확인해야 한다. 아직 제품은 실제 냉장고 위치를 판정하지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 고객은 소규모 연구·개발 실험실. 기업용 EHS 플랫폼 전체를 대체한다는 주장은 하지 않는다. 지원 기능은 공식 자료에서 필요한 안전 항목을 검색하고 한국어 답변·출처를 제공하는 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datapipeline/reports/chunking_before_after_20261026.md 및 datapipeline/pipeline/pipeline.py. BGE-M3와 FAISS는 전후 동일. KOSHA·NIOSH 원천 데이터는 인덱스와 구분된다.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저장소의 frontend/src/stores/tokTalk.ts는 질문 제출을 /chat-query로 보낸다. /rag-query/auto는 별도 RAG API이며 Vue 기본 질문 화면에서는 호출하지 않는다. Java 백엔드는 인증을 담당한다.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라이브 데모를 먼저 시도하고 실행 영상은 대비용으로 준비한다. 현재 Vue 기본 질문은 일반 AI /chat-query를 호출한다. RAG 결과와 출처는 별도 /rag-query/auto 호출에서 확인한다. 오탈자 예외는 일반 AI 답변 경로에서 표준 물질명 정규화를 보여준다.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수정 전 화면은 사용자가 제공한 아세톤 캡처 원본. 수정 후 결과는 사용자가 보여준 화면의 핵심 내용을 요약했다. 3건은 아세톤, 메탄올, 톨루엔 복합 질문이다. 0/3→3/3은 이 3건의 수동 정성 판정이며 전체 정확도가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datapipeline/reports/chunking_before_after_20261026.md. 같은 BGE-M3 임베딩과 동일 질문·CAS 필터·top-5로 9건 평가. 청킹만으로 검색 항목 적중률이 상승했다고 주장할 수 없다. 확인된 변화는 불필요한 청크 제거와 문맥 보존이다.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데모의 한계: Vue 기본 질문과 RAG API가 아직 연결되지 않았다. 5종 중심의 인덱스, 9건의 검색 항목 적중 평가, 3건의 복합 질문 수동 비교. 탐색 시간 단축이나 안전 사고 감소는 측정하지 않았다. 시약의 실제 냉장고 위치는 향후 확장으로 다룬다.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6166ed128644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b3847f8e9b4e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21daf411f29458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fd5a5b6f75040f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609513305e44e0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b2248e8b9dc45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C1CEAF-CB59-4456-A410-3A47C97021A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7D6EBAF-0FC2-4A69-BF41-3F62430AFAC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D062900-CE50-4168-B7E7-29977491EBF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86CFB4-9B73-465B-80D2-237043D41C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BBC8CF5-2742-4C5F-BDD0-9B46F782069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C73719-5769-4B45-92D2-480258E394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9E5D51-A24D-4D79-85DC-1D23C252C9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ADC6483-F3B1-4530-A82E-F9DC3C0A593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C7541A-823C-4583-840B-9F82E040A5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B11C4C-31D4-440E-B3B1-8C8043E6A6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650c08385f4e1e" /><Relationship Type="http://schemas.openxmlformats.org/officeDocument/2006/relationships/slideLayout" Target="/ppt/slideLayouts/slideLayout1.xml" Id="Re052bd6607c5477c" /><Relationship Type="http://schemas.openxmlformats.org/officeDocument/2006/relationships/slideLayout" Target="/ppt/slideLayouts/slideLayout2.xml" Id="Rd7f4072de55f4d83" /><Relationship Type="http://schemas.openxmlformats.org/officeDocument/2006/relationships/slideLayout" Target="/ppt/slideLayouts/slideLayout3.xml" Id="R4aa58a04693b4838" /><Relationship Type="http://schemas.openxmlformats.org/officeDocument/2006/relationships/slideLayout" Target="/ppt/slideLayouts/slideLayout4.xml" Id="R7dc9a85e0d5141c9" /><Relationship Type="http://schemas.openxmlformats.org/officeDocument/2006/relationships/slideLayout" Target="/ppt/slideLayouts/slideLayout5.xml" Id="R074874aa79c84c4e" /><Relationship Type="http://schemas.openxmlformats.org/officeDocument/2006/relationships/slideLayout" Target="/ppt/slideLayouts/slideLayout6.xml" Id="R45c2b55ddc0647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52bd6607c5477c"/>
    <p:sldLayoutId xmlns:r="http://schemas.openxmlformats.org/officeDocument/2006/relationships" id="2147483650" r:id="Rd7f4072de55f4d83"/>
    <p:sldLayoutId xmlns:r="http://schemas.openxmlformats.org/officeDocument/2006/relationships" id="2147483651" r:id="R4aa58a04693b4838"/>
    <p:sldLayoutId xmlns:r="http://schemas.openxmlformats.org/officeDocument/2006/relationships" id="2147483652" r:id="R7dc9a85e0d5141c9"/>
    <p:sldLayoutId xmlns:r="http://schemas.openxmlformats.org/officeDocument/2006/relationships" id="2147483653" r:id="R074874aa79c84c4e"/>
    <p:sldLayoutId xmlns:r="http://schemas.openxmlformats.org/officeDocument/2006/relationships" id="2147483654" r:id="R45c2b55ddc0647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e537fafd4f341c0" /><Relationship Type="http://schemas.openxmlformats.org/officeDocument/2006/relationships/notesSlide" Target="/ppt/notesSlides/notesSlide1.xml" Id="Rad8d4cb793c247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af6c4d360264b79" /><Relationship Type="http://schemas.openxmlformats.org/officeDocument/2006/relationships/notesSlide" Target="/ppt/notesSlides/notesSlide2.xml" Id="R35316e7fb4dd48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3d09b51efb6418e" /><Relationship Type="http://schemas.openxmlformats.org/officeDocument/2006/relationships/notesSlide" Target="/ppt/notesSlides/notesSlide3.xml" Id="Rb6bb823396f045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97f7adc6cdf4058" /><Relationship Type="http://schemas.openxmlformats.org/officeDocument/2006/relationships/notesSlide" Target="/ppt/notesSlides/notesSlide4.xml" Id="R0c49658b537f41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09526edbb804081" /><Relationship Type="http://schemas.openxmlformats.org/officeDocument/2006/relationships/notesSlide" Target="/ppt/notesSlides/notesSlide5.xml" Id="Ref17cfdf563646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a711f9d04304d88" /><Relationship Type="http://schemas.openxmlformats.org/officeDocument/2006/relationships/notesSlide" Target="/ppt/notesSlides/notesSlide6.xml" Id="R5388ea8df6a04d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9d786a6880048f6" /><Relationship Type="http://schemas.openxmlformats.org/officeDocument/2006/relationships/image" Target="/ppt/media/image.png" Id="Rb129e62feef048f6" /><Relationship Type="http://schemas.openxmlformats.org/officeDocument/2006/relationships/notesSlide" Target="/ppt/notesSlides/notesSlide7.xml" Id="R36bf76dfbe5a4b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52cadcd10b74a9d" /><Relationship Type="http://schemas.openxmlformats.org/officeDocument/2006/relationships/notesSlide" Target="/ppt/notesSlides/notesSlide8.xml" Id="R1bae2c0d1e944e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605848e00ae4296" /><Relationship Type="http://schemas.openxmlformats.org/officeDocument/2006/relationships/notesSlide" Target="/ppt/notesSlides/notesSlide9.xml" Id="Rf4f8311f2388426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ABF8B7B-1F34-4B30-AC5A-286736276BDC}"/>
              </a:ext>
            </a:extLst>
          </p:cNvPr>
          <p:cNvSpPr>
            <a:spLocks xmlns:a="http://schemas.openxmlformats.org/drawingml/2006/main" noGrp="1"/>
          </p:cNvSpPr>
          <p:nvPr/>
        </p:nvSpPr>
        <p:spPr>
          <a:xfrm xmlns:a="http://schemas.openxmlformats.org/drawingml/2006/main">
            <a:off x="533400" y="390525"/>
            <a:ext cx="704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4638CA"/>
                </a:solidFill>
              </a:defRPr>
            </a:defPPr>
            <a:lvl1pPr>
              <a:defRPr sz="1425" b="1">
                <a:solidFill>
                  <a:srgbClr val="4638CA"/>
                </a:solidFill>
              </a:defRPr>
            </a:lvl1pPr>
            <a:lvl2pPr>
              <a:defRPr sz="1425" b="1">
                <a:solidFill>
                  <a:srgbClr val="4638CA"/>
                </a:solidFill>
              </a:defRPr>
            </a:lvl2pPr>
            <a:lvl3pPr>
              <a:defRPr sz="1425" b="1">
                <a:solidFill>
                  <a:srgbClr val="4638CA"/>
                </a:solidFill>
              </a:defRPr>
            </a:lvl3pPr>
            <a:lvl4pPr>
              <a:defRPr sz="1425" b="1">
                <a:solidFill>
                  <a:srgbClr val="4638CA"/>
                </a:solidFill>
              </a:defRPr>
            </a:lvl4pPr>
            <a:lvl5pPr>
              <a:defRPr sz="1425" b="1">
                <a:solidFill>
                  <a:srgbClr val="4638CA"/>
                </a:solidFill>
              </a:defRPr>
            </a:lvl5pPr>
            <a:lvl6pPr>
              <a:defRPr sz="1425" b="1">
                <a:solidFill>
                  <a:srgbClr val="4638CA"/>
                </a:solidFill>
              </a:defRPr>
            </a:lvl6pPr>
            <a:lvl7pPr>
              <a:defRPr sz="1425" b="1">
                <a:solidFill>
                  <a:srgbClr val="4638CA"/>
                </a:solidFill>
              </a:defRPr>
            </a:lvl7pPr>
            <a:lvl8pPr>
              <a:defRPr sz="1425" b="1">
                <a:solidFill>
                  <a:srgbClr val="4638CA"/>
                </a:solidFill>
              </a:defRPr>
            </a:lvl8pPr>
            <a:lvl9pPr>
              <a:defRPr sz="1425" b="1">
                <a:solidFill>
                  <a:srgbClr val="4638CA"/>
                </a:solidFill>
              </a:defRPr>
            </a:lvl9pPr>
          </a:lstStyle>
          <a:p xmlns:a="http://schemas.openxmlformats.org/drawingml/2006/main">
            <a:pPr>
              <a:defRPr sz="1425" b="1">
                <a:solidFill>
                  <a:srgbClr val="4638CA"/>
                </a:solidFill>
              </a:defRPr>
            </a:pPr>
            <a:r>
              <a:rPr sz="1425" b="1">
                <a:solidFill>
                  <a:srgbClr val="4638CA"/>
                </a:solidFill>
              </a:rPr>
              <a:t>AI 서비스 개발 Mini-project  /  최종 발표</a:t>
            </a:r>
          </a:p>
        </p:txBody>
      </p:sp>
      <p:sp>
        <p:nvSpPr>
          <p:cNvPr id="2" name="">
            <a:extLst xmlns:a="http://schemas.openxmlformats.org/drawingml/2006/main">
              <a:ext uri="{FF2B5EF4-FFF2-40B4-BE49-F238E27FC236}">
                <a16:creationId xmlns:a16="http://schemas.microsoft.com/office/drawing/2014/main" id="{21D12B05-122F-4AB0-82A3-C08C74C05870}"/>
              </a:ext>
            </a:extLst>
          </p:cNvPr>
          <p:cNvSpPr>
            <a:spLocks xmlns:a="http://schemas.openxmlformats.org/drawingml/2006/main" noGrp="1"/>
          </p:cNvSpPr>
          <p:nvPr/>
        </p:nvSpPr>
        <p:spPr>
          <a:xfrm xmlns:a="http://schemas.openxmlformats.org/drawingml/2006/main">
            <a:off x="533400" y="1333500"/>
            <a:ext cx="10953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4425" b="1">
                <a:solidFill>
                  <a:srgbClr val="111A34"/>
                </a:solidFill>
              </a:defRPr>
            </a:defPPr>
            <a:lvl1pPr>
              <a:defRPr sz="4425" b="1">
                <a:solidFill>
                  <a:srgbClr val="111A34"/>
                </a:solidFill>
              </a:defRPr>
            </a:lvl1pPr>
            <a:lvl2pPr>
              <a:defRPr sz="4425" b="1">
                <a:solidFill>
                  <a:srgbClr val="111A34"/>
                </a:solidFill>
              </a:defRPr>
            </a:lvl2pPr>
            <a:lvl3pPr>
              <a:defRPr sz="4425" b="1">
                <a:solidFill>
                  <a:srgbClr val="111A34"/>
                </a:solidFill>
              </a:defRPr>
            </a:lvl3pPr>
            <a:lvl4pPr>
              <a:defRPr sz="4425" b="1">
                <a:solidFill>
                  <a:srgbClr val="111A34"/>
                </a:solidFill>
              </a:defRPr>
            </a:lvl4pPr>
            <a:lvl5pPr>
              <a:defRPr sz="4425" b="1">
                <a:solidFill>
                  <a:srgbClr val="111A34"/>
                </a:solidFill>
              </a:defRPr>
            </a:lvl5pPr>
            <a:lvl6pPr>
              <a:defRPr sz="4425" b="1">
                <a:solidFill>
                  <a:srgbClr val="111A34"/>
                </a:solidFill>
              </a:defRPr>
            </a:lvl6pPr>
            <a:lvl7pPr>
              <a:defRPr sz="4425" b="1">
                <a:solidFill>
                  <a:srgbClr val="111A34"/>
                </a:solidFill>
              </a:defRPr>
            </a:lvl7pPr>
            <a:lvl8pPr>
              <a:defRPr sz="4425" b="1">
                <a:solidFill>
                  <a:srgbClr val="111A34"/>
                </a:solidFill>
              </a:defRPr>
            </a:lvl8pPr>
            <a:lvl9pPr>
              <a:defRPr sz="4425" b="1">
                <a:solidFill>
                  <a:srgbClr val="111A34"/>
                </a:solidFill>
              </a:defRPr>
            </a:lvl9pPr>
          </a:lstStyle>
          <a:p xmlns:a="http://schemas.openxmlformats.org/drawingml/2006/main">
            <a:pPr>
              <a:defRPr sz="4425" b="1">
                <a:solidFill>
                  <a:srgbClr val="111A34"/>
                </a:solidFill>
              </a:defRPr>
            </a:pPr>
            <a:r>
              <a:rPr sz="4425" b="1">
                <a:solidFill>
                  <a:srgbClr val="111A34"/>
                </a:solidFill>
              </a:rPr>
              <a:t>tok-talk</a:t>
            </a:r>
          </a:p>
        </p:txBody>
      </p:sp>
      <p:sp>
        <p:nvSpPr>
          <p:cNvPr id="3" name="">
            <a:extLst xmlns:a="http://schemas.openxmlformats.org/drawingml/2006/main">
              <a:ext uri="{FF2B5EF4-FFF2-40B4-BE49-F238E27FC236}">
                <a16:creationId xmlns:a16="http://schemas.microsoft.com/office/drawing/2014/main" id="{2A9963CF-3BDF-4ACC-82B7-3F2DF2C9A926}"/>
              </a:ext>
            </a:extLst>
          </p:cNvPr>
          <p:cNvSpPr>
            <a:spLocks xmlns:a="http://schemas.openxmlformats.org/drawingml/2006/main" noGrp="1"/>
          </p:cNvSpPr>
          <p:nvPr/>
        </p:nvSpPr>
        <p:spPr>
          <a:xfrm xmlns:a="http://schemas.openxmlformats.org/drawingml/2006/main">
            <a:off x="561975" y="2200275"/>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625" b="0">
                <a:solidFill>
                  <a:srgbClr val="111A34"/>
                </a:solidFill>
              </a:defRPr>
            </a:defPPr>
            <a:lvl1pPr>
              <a:defRPr sz="2625" b="0">
                <a:solidFill>
                  <a:srgbClr val="111A34"/>
                </a:solidFill>
              </a:defRPr>
            </a:lvl1pPr>
            <a:lvl2pPr>
              <a:defRPr sz="2625" b="0">
                <a:solidFill>
                  <a:srgbClr val="111A34"/>
                </a:solidFill>
              </a:defRPr>
            </a:lvl2pPr>
            <a:lvl3pPr>
              <a:defRPr sz="2625" b="0">
                <a:solidFill>
                  <a:srgbClr val="111A34"/>
                </a:solidFill>
              </a:defRPr>
            </a:lvl3pPr>
            <a:lvl4pPr>
              <a:defRPr sz="2625" b="0">
                <a:solidFill>
                  <a:srgbClr val="111A34"/>
                </a:solidFill>
              </a:defRPr>
            </a:lvl4pPr>
            <a:lvl5pPr>
              <a:defRPr sz="2625" b="0">
                <a:solidFill>
                  <a:srgbClr val="111A34"/>
                </a:solidFill>
              </a:defRPr>
            </a:lvl5pPr>
            <a:lvl6pPr>
              <a:defRPr sz="2625" b="0">
                <a:solidFill>
                  <a:srgbClr val="111A34"/>
                </a:solidFill>
              </a:defRPr>
            </a:lvl6pPr>
            <a:lvl7pPr>
              <a:defRPr sz="2625" b="0">
                <a:solidFill>
                  <a:srgbClr val="111A34"/>
                </a:solidFill>
              </a:defRPr>
            </a:lvl7pPr>
            <a:lvl8pPr>
              <a:defRPr sz="2625" b="0">
                <a:solidFill>
                  <a:srgbClr val="111A34"/>
                </a:solidFill>
              </a:defRPr>
            </a:lvl8pPr>
            <a:lvl9pPr>
              <a:defRPr sz="2625" b="0">
                <a:solidFill>
                  <a:srgbClr val="111A34"/>
                </a:solidFill>
              </a:defRPr>
            </a:lvl9pPr>
          </a:lstStyle>
          <a:p xmlns:a="http://schemas.openxmlformats.org/drawingml/2006/main">
            <a:pPr>
              <a:defRPr sz="2625" b="0">
                <a:solidFill>
                  <a:srgbClr val="111A34"/>
                </a:solidFill>
              </a:defRPr>
            </a:pPr>
            <a:r>
              <a:rPr sz="2625" b="0">
                <a:solidFill>
                  <a:srgbClr val="111A34"/>
                </a:solidFill>
              </a:rPr>
              <a:t>실험 순간에 필요한 화학물질 안전정보를 찾다</a:t>
            </a:r>
          </a:p>
        </p:txBody>
      </p:sp>
      <p:sp>
        <p:nvSpPr>
          <p:cNvPr id="4" name="">
            <a:extLst xmlns:a="http://schemas.openxmlformats.org/drawingml/2006/main">
              <a:ext uri="{FF2B5EF4-FFF2-40B4-BE49-F238E27FC236}">
                <a16:creationId xmlns:a16="http://schemas.microsoft.com/office/drawing/2014/main" id="{B932BBF6-534D-4C2F-84C7-7A3578528431}"/>
              </a:ext>
            </a:extLst>
          </p:cNvPr>
          <p:cNvSpPr>
            <a:spLocks xmlns:a="http://schemas.openxmlformats.org/drawingml/2006/main" noGrp="1"/>
          </p:cNvSpPr>
          <p:nvPr/>
        </p:nvSpPr>
        <p:spPr>
          <a:xfrm xmlns:a="http://schemas.openxmlformats.org/drawingml/2006/main">
            <a:off x="533400" y="3238500"/>
            <a:ext cx="11115675" cy="28575"/>
          </a:xfrm>
          <a:prstGeom xmlns:a="http://schemas.openxmlformats.org/drawingml/2006/main" prst="rect">
            <a:avLst/>
          </a:prstGeom>
          <a:solidFill xmlns:a="http://schemas.openxmlformats.org/drawingml/2006/main">
            <a:srgbClr val="4638C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ABFE8A4-122F-4FBD-A440-8E7BB0FA1A80}"/>
              </a:ext>
            </a:extLst>
          </p:cNvPr>
          <p:cNvSpPr>
            <a:spLocks xmlns:a="http://schemas.openxmlformats.org/drawingml/2006/main" noGrp="1"/>
          </p:cNvSpPr>
          <p:nvPr/>
        </p:nvSpPr>
        <p:spPr>
          <a:xfrm xmlns:a="http://schemas.openxmlformats.org/drawingml/2006/main">
            <a:off x="533400" y="3524250"/>
            <a:ext cx="2019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4638CA"/>
                </a:solidFill>
              </a:defRPr>
            </a:defPPr>
            <a:lvl1pPr>
              <a:defRPr sz="3000" b="1">
                <a:solidFill>
                  <a:srgbClr val="4638CA"/>
                </a:solidFill>
              </a:defRPr>
            </a:lvl1pPr>
            <a:lvl2pPr>
              <a:defRPr sz="3000" b="1">
                <a:solidFill>
                  <a:srgbClr val="4638CA"/>
                </a:solidFill>
              </a:defRPr>
            </a:lvl2pPr>
            <a:lvl3pPr>
              <a:defRPr sz="3000" b="1">
                <a:solidFill>
                  <a:srgbClr val="4638CA"/>
                </a:solidFill>
              </a:defRPr>
            </a:lvl3pPr>
            <a:lvl4pPr>
              <a:defRPr sz="3000" b="1">
                <a:solidFill>
                  <a:srgbClr val="4638CA"/>
                </a:solidFill>
              </a:defRPr>
            </a:lvl4pPr>
            <a:lvl5pPr>
              <a:defRPr sz="3000" b="1">
                <a:solidFill>
                  <a:srgbClr val="4638CA"/>
                </a:solidFill>
              </a:defRPr>
            </a:lvl5pPr>
            <a:lvl6pPr>
              <a:defRPr sz="3000" b="1">
                <a:solidFill>
                  <a:srgbClr val="4638CA"/>
                </a:solidFill>
              </a:defRPr>
            </a:lvl6pPr>
            <a:lvl7pPr>
              <a:defRPr sz="3000" b="1">
                <a:solidFill>
                  <a:srgbClr val="4638CA"/>
                </a:solidFill>
              </a:defRPr>
            </a:lvl7pPr>
            <a:lvl8pPr>
              <a:defRPr sz="3000" b="1">
                <a:solidFill>
                  <a:srgbClr val="4638CA"/>
                </a:solidFill>
              </a:defRPr>
            </a:lvl8pPr>
            <a:lvl9pPr>
              <a:defRPr sz="3000" b="1">
                <a:solidFill>
                  <a:srgbClr val="4638CA"/>
                </a:solidFill>
              </a:defRPr>
            </a:lvl9pPr>
          </a:lstStyle>
          <a:p xmlns:a="http://schemas.openxmlformats.org/drawingml/2006/main">
            <a:pPr>
              <a:defRPr sz="3000" b="1">
                <a:solidFill>
                  <a:srgbClr val="4638CA"/>
                </a:solidFill>
              </a:defRPr>
            </a:pPr>
            <a:r>
              <a:rPr sz="3000" b="1">
                <a:solidFill>
                  <a:srgbClr val="4638CA"/>
                </a:solidFill>
              </a:rPr>
              <a:t>1분</a:t>
            </a:r>
          </a:p>
        </p:txBody>
      </p:sp>
      <p:sp>
        <p:nvSpPr>
          <p:cNvPr id="6" name="">
            <a:extLst xmlns:a="http://schemas.openxmlformats.org/drawingml/2006/main">
              <a:ext uri="{FF2B5EF4-FFF2-40B4-BE49-F238E27FC236}">
                <a16:creationId xmlns:a16="http://schemas.microsoft.com/office/drawing/2014/main" id="{24917803-9494-4869-986A-9CB6BF4322B6}"/>
              </a:ext>
            </a:extLst>
          </p:cNvPr>
          <p:cNvSpPr>
            <a:spLocks xmlns:a="http://schemas.openxmlformats.org/drawingml/2006/main" noGrp="1"/>
          </p:cNvSpPr>
          <p:nvPr/>
        </p:nvSpPr>
        <p:spPr>
          <a:xfrm xmlns:a="http://schemas.openxmlformats.org/drawingml/2006/main">
            <a:off x="533400" y="4229100"/>
            <a:ext cx="2019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111A34"/>
                </a:solidFill>
              </a:defRPr>
            </a:defPPr>
            <a:lvl1pPr>
              <a:defRPr sz="1800" b="1">
                <a:solidFill>
                  <a:srgbClr val="111A34"/>
                </a:solidFill>
              </a:defRPr>
            </a:lvl1pPr>
            <a:lvl2pPr>
              <a:defRPr sz="1800" b="1">
                <a:solidFill>
                  <a:srgbClr val="111A34"/>
                </a:solidFill>
              </a:defRPr>
            </a:lvl2pPr>
            <a:lvl3pPr>
              <a:defRPr sz="1800" b="1">
                <a:solidFill>
                  <a:srgbClr val="111A34"/>
                </a:solidFill>
              </a:defRPr>
            </a:lvl3pPr>
            <a:lvl4pPr>
              <a:defRPr sz="1800" b="1">
                <a:solidFill>
                  <a:srgbClr val="111A34"/>
                </a:solidFill>
              </a:defRPr>
            </a:lvl4pPr>
            <a:lvl5pPr>
              <a:defRPr sz="1800" b="1">
                <a:solidFill>
                  <a:srgbClr val="111A34"/>
                </a:solidFill>
              </a:defRPr>
            </a:lvl5pPr>
            <a:lvl6pPr>
              <a:defRPr sz="1800" b="1">
                <a:solidFill>
                  <a:srgbClr val="111A34"/>
                </a:solidFill>
              </a:defRPr>
            </a:lvl6pPr>
            <a:lvl7pPr>
              <a:defRPr sz="1800" b="1">
                <a:solidFill>
                  <a:srgbClr val="111A34"/>
                </a:solidFill>
              </a:defRPr>
            </a:lvl7pPr>
            <a:lvl8pPr>
              <a:defRPr sz="1800" b="1">
                <a:solidFill>
                  <a:srgbClr val="111A34"/>
                </a:solidFill>
              </a:defRPr>
            </a:lvl8pPr>
            <a:lvl9pPr>
              <a:defRPr sz="1800" b="1">
                <a:solidFill>
                  <a:srgbClr val="111A34"/>
                </a:solidFill>
              </a:defRPr>
            </a:lvl9pPr>
          </a:lstStyle>
          <a:p xmlns:a="http://schemas.openxmlformats.org/drawingml/2006/main">
            <a:pPr>
              <a:defRPr sz="1800" b="1">
                <a:solidFill>
                  <a:srgbClr val="111A34"/>
                </a:solidFill>
              </a:defRPr>
            </a:pPr>
            <a:r>
              <a:rPr sz="1800" b="1">
                <a:solidFill>
                  <a:srgbClr val="111A34"/>
                </a:solidFill>
              </a:rPr>
              <a:t>문제</a:t>
            </a:r>
          </a:p>
        </p:txBody>
      </p:sp>
      <p:sp>
        <p:nvSpPr>
          <p:cNvPr id="7" name="">
            <a:extLst xmlns:a="http://schemas.openxmlformats.org/drawingml/2006/main">
              <a:ext uri="{FF2B5EF4-FFF2-40B4-BE49-F238E27FC236}">
                <a16:creationId xmlns:a16="http://schemas.microsoft.com/office/drawing/2014/main" id="{87669963-7E0F-46DF-BB97-1F4C9F8DD8CA}"/>
              </a:ext>
            </a:extLst>
          </p:cNvPr>
          <p:cNvSpPr>
            <a:spLocks xmlns:a="http://schemas.openxmlformats.org/drawingml/2006/main" noGrp="1"/>
          </p:cNvSpPr>
          <p:nvPr/>
        </p:nvSpPr>
        <p:spPr>
          <a:xfrm xmlns:a="http://schemas.openxmlformats.org/drawingml/2006/main">
            <a:off x="2771775" y="3524250"/>
            <a:ext cx="2019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4638CA"/>
                </a:solidFill>
              </a:defRPr>
            </a:defPPr>
            <a:lvl1pPr>
              <a:defRPr sz="3000" b="1">
                <a:solidFill>
                  <a:srgbClr val="4638CA"/>
                </a:solidFill>
              </a:defRPr>
            </a:lvl1pPr>
            <a:lvl2pPr>
              <a:defRPr sz="3000" b="1">
                <a:solidFill>
                  <a:srgbClr val="4638CA"/>
                </a:solidFill>
              </a:defRPr>
            </a:lvl2pPr>
            <a:lvl3pPr>
              <a:defRPr sz="3000" b="1">
                <a:solidFill>
                  <a:srgbClr val="4638CA"/>
                </a:solidFill>
              </a:defRPr>
            </a:lvl3pPr>
            <a:lvl4pPr>
              <a:defRPr sz="3000" b="1">
                <a:solidFill>
                  <a:srgbClr val="4638CA"/>
                </a:solidFill>
              </a:defRPr>
            </a:lvl4pPr>
            <a:lvl5pPr>
              <a:defRPr sz="3000" b="1">
                <a:solidFill>
                  <a:srgbClr val="4638CA"/>
                </a:solidFill>
              </a:defRPr>
            </a:lvl5pPr>
            <a:lvl6pPr>
              <a:defRPr sz="3000" b="1">
                <a:solidFill>
                  <a:srgbClr val="4638CA"/>
                </a:solidFill>
              </a:defRPr>
            </a:lvl6pPr>
            <a:lvl7pPr>
              <a:defRPr sz="3000" b="1">
                <a:solidFill>
                  <a:srgbClr val="4638CA"/>
                </a:solidFill>
              </a:defRPr>
            </a:lvl7pPr>
            <a:lvl8pPr>
              <a:defRPr sz="3000" b="1">
                <a:solidFill>
                  <a:srgbClr val="4638CA"/>
                </a:solidFill>
              </a:defRPr>
            </a:lvl8pPr>
            <a:lvl9pPr>
              <a:defRPr sz="3000" b="1">
                <a:solidFill>
                  <a:srgbClr val="4638CA"/>
                </a:solidFill>
              </a:defRPr>
            </a:lvl9pPr>
          </a:lstStyle>
          <a:p xmlns:a="http://schemas.openxmlformats.org/drawingml/2006/main">
            <a:pPr>
              <a:defRPr sz="3000" b="1">
                <a:solidFill>
                  <a:srgbClr val="4638CA"/>
                </a:solidFill>
              </a:defRPr>
            </a:pPr>
            <a:r>
              <a:rPr sz="3000" b="1">
                <a:solidFill>
                  <a:srgbClr val="4638CA"/>
                </a:solidFill>
              </a:rPr>
              <a:t>2분</a:t>
            </a:r>
          </a:p>
        </p:txBody>
      </p:sp>
      <p:sp>
        <p:nvSpPr>
          <p:cNvPr id="8" name="">
            <a:extLst xmlns:a="http://schemas.openxmlformats.org/drawingml/2006/main">
              <a:ext uri="{FF2B5EF4-FFF2-40B4-BE49-F238E27FC236}">
                <a16:creationId xmlns:a16="http://schemas.microsoft.com/office/drawing/2014/main" id="{894F3F2E-B8A1-4F19-81E9-18843571AA15}"/>
              </a:ext>
            </a:extLst>
          </p:cNvPr>
          <p:cNvSpPr>
            <a:spLocks xmlns:a="http://schemas.openxmlformats.org/drawingml/2006/main" noGrp="1"/>
          </p:cNvSpPr>
          <p:nvPr/>
        </p:nvSpPr>
        <p:spPr>
          <a:xfrm xmlns:a="http://schemas.openxmlformats.org/drawingml/2006/main">
            <a:off x="2771775" y="4229100"/>
            <a:ext cx="2019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111A34"/>
                </a:solidFill>
              </a:defRPr>
            </a:defPPr>
            <a:lvl1pPr>
              <a:defRPr sz="1800" b="1">
                <a:solidFill>
                  <a:srgbClr val="111A34"/>
                </a:solidFill>
              </a:defRPr>
            </a:lvl1pPr>
            <a:lvl2pPr>
              <a:defRPr sz="1800" b="1">
                <a:solidFill>
                  <a:srgbClr val="111A34"/>
                </a:solidFill>
              </a:defRPr>
            </a:lvl2pPr>
            <a:lvl3pPr>
              <a:defRPr sz="1800" b="1">
                <a:solidFill>
                  <a:srgbClr val="111A34"/>
                </a:solidFill>
              </a:defRPr>
            </a:lvl3pPr>
            <a:lvl4pPr>
              <a:defRPr sz="1800" b="1">
                <a:solidFill>
                  <a:srgbClr val="111A34"/>
                </a:solidFill>
              </a:defRPr>
            </a:lvl4pPr>
            <a:lvl5pPr>
              <a:defRPr sz="1800" b="1">
                <a:solidFill>
                  <a:srgbClr val="111A34"/>
                </a:solidFill>
              </a:defRPr>
            </a:lvl5pPr>
            <a:lvl6pPr>
              <a:defRPr sz="1800" b="1">
                <a:solidFill>
                  <a:srgbClr val="111A34"/>
                </a:solidFill>
              </a:defRPr>
            </a:lvl6pPr>
            <a:lvl7pPr>
              <a:defRPr sz="1800" b="1">
                <a:solidFill>
                  <a:srgbClr val="111A34"/>
                </a:solidFill>
              </a:defRPr>
            </a:lvl7pPr>
            <a:lvl8pPr>
              <a:defRPr sz="1800" b="1">
                <a:solidFill>
                  <a:srgbClr val="111A34"/>
                </a:solidFill>
              </a:defRPr>
            </a:lvl8pPr>
            <a:lvl9pPr>
              <a:defRPr sz="1800" b="1">
                <a:solidFill>
                  <a:srgbClr val="111A34"/>
                </a:solidFill>
              </a:defRPr>
            </a:lvl9pPr>
          </a:lstStyle>
          <a:p xmlns:a="http://schemas.openxmlformats.org/drawingml/2006/main">
            <a:pPr>
              <a:defRPr sz="1800" b="1">
                <a:solidFill>
                  <a:srgbClr val="111A34"/>
                </a:solidFill>
              </a:defRPr>
            </a:pPr>
            <a:r>
              <a:rPr sz="1800" b="1">
                <a:solidFill>
                  <a:srgbClr val="111A34"/>
                </a:solidFill>
              </a:rPr>
              <a:t>아키텍처</a:t>
            </a:r>
          </a:p>
        </p:txBody>
      </p:sp>
      <p:sp>
        <p:nvSpPr>
          <p:cNvPr id="9" name="">
            <a:extLst xmlns:a="http://schemas.openxmlformats.org/drawingml/2006/main">
              <a:ext uri="{FF2B5EF4-FFF2-40B4-BE49-F238E27FC236}">
                <a16:creationId xmlns:a16="http://schemas.microsoft.com/office/drawing/2014/main" id="{5B7C8BFF-A7D6-43C7-9371-16216D2D3890}"/>
              </a:ext>
            </a:extLst>
          </p:cNvPr>
          <p:cNvSpPr>
            <a:spLocks xmlns:a="http://schemas.openxmlformats.org/drawingml/2006/main" noGrp="1"/>
          </p:cNvSpPr>
          <p:nvPr/>
        </p:nvSpPr>
        <p:spPr>
          <a:xfrm xmlns:a="http://schemas.openxmlformats.org/drawingml/2006/main">
            <a:off x="5010150" y="3524250"/>
            <a:ext cx="2019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4638CA"/>
                </a:solidFill>
              </a:defRPr>
            </a:defPPr>
            <a:lvl1pPr>
              <a:defRPr sz="3000" b="1">
                <a:solidFill>
                  <a:srgbClr val="4638CA"/>
                </a:solidFill>
              </a:defRPr>
            </a:lvl1pPr>
            <a:lvl2pPr>
              <a:defRPr sz="3000" b="1">
                <a:solidFill>
                  <a:srgbClr val="4638CA"/>
                </a:solidFill>
              </a:defRPr>
            </a:lvl2pPr>
            <a:lvl3pPr>
              <a:defRPr sz="3000" b="1">
                <a:solidFill>
                  <a:srgbClr val="4638CA"/>
                </a:solidFill>
              </a:defRPr>
            </a:lvl3pPr>
            <a:lvl4pPr>
              <a:defRPr sz="3000" b="1">
                <a:solidFill>
                  <a:srgbClr val="4638CA"/>
                </a:solidFill>
              </a:defRPr>
            </a:lvl4pPr>
            <a:lvl5pPr>
              <a:defRPr sz="3000" b="1">
                <a:solidFill>
                  <a:srgbClr val="4638CA"/>
                </a:solidFill>
              </a:defRPr>
            </a:lvl5pPr>
            <a:lvl6pPr>
              <a:defRPr sz="3000" b="1">
                <a:solidFill>
                  <a:srgbClr val="4638CA"/>
                </a:solidFill>
              </a:defRPr>
            </a:lvl6pPr>
            <a:lvl7pPr>
              <a:defRPr sz="3000" b="1">
                <a:solidFill>
                  <a:srgbClr val="4638CA"/>
                </a:solidFill>
              </a:defRPr>
            </a:lvl7pPr>
            <a:lvl8pPr>
              <a:defRPr sz="3000" b="1">
                <a:solidFill>
                  <a:srgbClr val="4638CA"/>
                </a:solidFill>
              </a:defRPr>
            </a:lvl8pPr>
            <a:lvl9pPr>
              <a:defRPr sz="3000" b="1">
                <a:solidFill>
                  <a:srgbClr val="4638CA"/>
                </a:solidFill>
              </a:defRPr>
            </a:lvl9pPr>
          </a:lstStyle>
          <a:p xmlns:a="http://schemas.openxmlformats.org/drawingml/2006/main">
            <a:pPr>
              <a:defRPr sz="3000" b="1">
                <a:solidFill>
                  <a:srgbClr val="4638CA"/>
                </a:solidFill>
              </a:defRPr>
            </a:pPr>
            <a:r>
              <a:rPr sz="3000" b="1">
                <a:solidFill>
                  <a:srgbClr val="4638CA"/>
                </a:solidFill>
              </a:rPr>
              <a:t>3분</a:t>
            </a:r>
          </a:p>
        </p:txBody>
      </p:sp>
      <p:sp>
        <p:nvSpPr>
          <p:cNvPr id="10" name="">
            <a:extLst xmlns:a="http://schemas.openxmlformats.org/drawingml/2006/main">
              <a:ext uri="{FF2B5EF4-FFF2-40B4-BE49-F238E27FC236}">
                <a16:creationId xmlns:a16="http://schemas.microsoft.com/office/drawing/2014/main" id="{85783497-7B3A-4304-BD0E-48C534461258}"/>
              </a:ext>
            </a:extLst>
          </p:cNvPr>
          <p:cNvSpPr>
            <a:spLocks xmlns:a="http://schemas.openxmlformats.org/drawingml/2006/main" noGrp="1"/>
          </p:cNvSpPr>
          <p:nvPr/>
        </p:nvSpPr>
        <p:spPr>
          <a:xfrm xmlns:a="http://schemas.openxmlformats.org/drawingml/2006/main">
            <a:off x="5010150" y="4229100"/>
            <a:ext cx="2019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111A34"/>
                </a:solidFill>
              </a:defRPr>
            </a:defPPr>
            <a:lvl1pPr>
              <a:defRPr sz="1800" b="1">
                <a:solidFill>
                  <a:srgbClr val="111A34"/>
                </a:solidFill>
              </a:defRPr>
            </a:lvl1pPr>
            <a:lvl2pPr>
              <a:defRPr sz="1800" b="1">
                <a:solidFill>
                  <a:srgbClr val="111A34"/>
                </a:solidFill>
              </a:defRPr>
            </a:lvl2pPr>
            <a:lvl3pPr>
              <a:defRPr sz="1800" b="1">
                <a:solidFill>
                  <a:srgbClr val="111A34"/>
                </a:solidFill>
              </a:defRPr>
            </a:lvl3pPr>
            <a:lvl4pPr>
              <a:defRPr sz="1800" b="1">
                <a:solidFill>
                  <a:srgbClr val="111A34"/>
                </a:solidFill>
              </a:defRPr>
            </a:lvl4pPr>
            <a:lvl5pPr>
              <a:defRPr sz="1800" b="1">
                <a:solidFill>
                  <a:srgbClr val="111A34"/>
                </a:solidFill>
              </a:defRPr>
            </a:lvl5pPr>
            <a:lvl6pPr>
              <a:defRPr sz="1800" b="1">
                <a:solidFill>
                  <a:srgbClr val="111A34"/>
                </a:solidFill>
              </a:defRPr>
            </a:lvl6pPr>
            <a:lvl7pPr>
              <a:defRPr sz="1800" b="1">
                <a:solidFill>
                  <a:srgbClr val="111A34"/>
                </a:solidFill>
              </a:defRPr>
            </a:lvl7pPr>
            <a:lvl8pPr>
              <a:defRPr sz="1800" b="1">
                <a:solidFill>
                  <a:srgbClr val="111A34"/>
                </a:solidFill>
              </a:defRPr>
            </a:lvl8pPr>
            <a:lvl9pPr>
              <a:defRPr sz="1800" b="1">
                <a:solidFill>
                  <a:srgbClr val="111A34"/>
                </a:solidFill>
              </a:defRPr>
            </a:lvl9pPr>
          </a:lstStyle>
          <a:p xmlns:a="http://schemas.openxmlformats.org/drawingml/2006/main">
            <a:pPr>
              <a:defRPr sz="1800" b="1">
                <a:solidFill>
                  <a:srgbClr val="111A34"/>
                </a:solidFill>
              </a:defRPr>
            </a:pPr>
            <a:r>
              <a:rPr sz="1800" b="1">
                <a:solidFill>
                  <a:srgbClr val="111A34"/>
                </a:solidFill>
              </a:rPr>
              <a:t>라이브 데모</a:t>
            </a:r>
          </a:p>
        </p:txBody>
      </p:sp>
      <p:sp>
        <p:nvSpPr>
          <p:cNvPr id="11" name="">
            <a:extLst xmlns:a="http://schemas.openxmlformats.org/drawingml/2006/main">
              <a:ext uri="{FF2B5EF4-FFF2-40B4-BE49-F238E27FC236}">
                <a16:creationId xmlns:a16="http://schemas.microsoft.com/office/drawing/2014/main" id="{ECA3CC96-CF40-418A-9875-FAC30D701DB1}"/>
              </a:ext>
            </a:extLst>
          </p:cNvPr>
          <p:cNvSpPr>
            <a:spLocks xmlns:a="http://schemas.openxmlformats.org/drawingml/2006/main" noGrp="1"/>
          </p:cNvSpPr>
          <p:nvPr/>
        </p:nvSpPr>
        <p:spPr>
          <a:xfrm xmlns:a="http://schemas.openxmlformats.org/drawingml/2006/main">
            <a:off x="7248525" y="3524250"/>
            <a:ext cx="2019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4638CA"/>
                </a:solidFill>
              </a:defRPr>
            </a:defPPr>
            <a:lvl1pPr>
              <a:defRPr sz="3000" b="1">
                <a:solidFill>
                  <a:srgbClr val="4638CA"/>
                </a:solidFill>
              </a:defRPr>
            </a:lvl1pPr>
            <a:lvl2pPr>
              <a:defRPr sz="3000" b="1">
                <a:solidFill>
                  <a:srgbClr val="4638CA"/>
                </a:solidFill>
              </a:defRPr>
            </a:lvl2pPr>
            <a:lvl3pPr>
              <a:defRPr sz="3000" b="1">
                <a:solidFill>
                  <a:srgbClr val="4638CA"/>
                </a:solidFill>
              </a:defRPr>
            </a:lvl3pPr>
            <a:lvl4pPr>
              <a:defRPr sz="3000" b="1">
                <a:solidFill>
                  <a:srgbClr val="4638CA"/>
                </a:solidFill>
              </a:defRPr>
            </a:lvl4pPr>
            <a:lvl5pPr>
              <a:defRPr sz="3000" b="1">
                <a:solidFill>
                  <a:srgbClr val="4638CA"/>
                </a:solidFill>
              </a:defRPr>
            </a:lvl5pPr>
            <a:lvl6pPr>
              <a:defRPr sz="3000" b="1">
                <a:solidFill>
                  <a:srgbClr val="4638CA"/>
                </a:solidFill>
              </a:defRPr>
            </a:lvl6pPr>
            <a:lvl7pPr>
              <a:defRPr sz="3000" b="1">
                <a:solidFill>
                  <a:srgbClr val="4638CA"/>
                </a:solidFill>
              </a:defRPr>
            </a:lvl7pPr>
            <a:lvl8pPr>
              <a:defRPr sz="3000" b="1">
                <a:solidFill>
                  <a:srgbClr val="4638CA"/>
                </a:solidFill>
              </a:defRPr>
            </a:lvl8pPr>
            <a:lvl9pPr>
              <a:defRPr sz="3000" b="1">
                <a:solidFill>
                  <a:srgbClr val="4638CA"/>
                </a:solidFill>
              </a:defRPr>
            </a:lvl9pPr>
          </a:lstStyle>
          <a:p xmlns:a="http://schemas.openxmlformats.org/drawingml/2006/main">
            <a:pPr>
              <a:defRPr sz="3000" b="1">
                <a:solidFill>
                  <a:srgbClr val="4638CA"/>
                </a:solidFill>
              </a:defRPr>
            </a:pPr>
            <a:r>
              <a:rPr sz="3000" b="1">
                <a:solidFill>
                  <a:srgbClr val="4638CA"/>
                </a:solidFill>
              </a:rPr>
              <a:t>2분</a:t>
            </a:r>
          </a:p>
        </p:txBody>
      </p:sp>
      <p:sp>
        <p:nvSpPr>
          <p:cNvPr id="12" name="">
            <a:extLst xmlns:a="http://schemas.openxmlformats.org/drawingml/2006/main">
              <a:ext uri="{FF2B5EF4-FFF2-40B4-BE49-F238E27FC236}">
                <a16:creationId xmlns:a16="http://schemas.microsoft.com/office/drawing/2014/main" id="{636F38C4-B129-4367-A408-9D9CDE9CDBB6}"/>
              </a:ext>
            </a:extLst>
          </p:cNvPr>
          <p:cNvSpPr>
            <a:spLocks xmlns:a="http://schemas.openxmlformats.org/drawingml/2006/main" noGrp="1"/>
          </p:cNvSpPr>
          <p:nvPr/>
        </p:nvSpPr>
        <p:spPr>
          <a:xfrm xmlns:a="http://schemas.openxmlformats.org/drawingml/2006/main">
            <a:off x="7248525" y="4229100"/>
            <a:ext cx="2019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111A34"/>
                </a:solidFill>
              </a:defRPr>
            </a:defPPr>
            <a:lvl1pPr>
              <a:defRPr sz="1800" b="1">
                <a:solidFill>
                  <a:srgbClr val="111A34"/>
                </a:solidFill>
              </a:defRPr>
            </a:lvl1pPr>
            <a:lvl2pPr>
              <a:defRPr sz="1800" b="1">
                <a:solidFill>
                  <a:srgbClr val="111A34"/>
                </a:solidFill>
              </a:defRPr>
            </a:lvl2pPr>
            <a:lvl3pPr>
              <a:defRPr sz="1800" b="1">
                <a:solidFill>
                  <a:srgbClr val="111A34"/>
                </a:solidFill>
              </a:defRPr>
            </a:lvl3pPr>
            <a:lvl4pPr>
              <a:defRPr sz="1800" b="1">
                <a:solidFill>
                  <a:srgbClr val="111A34"/>
                </a:solidFill>
              </a:defRPr>
            </a:lvl4pPr>
            <a:lvl5pPr>
              <a:defRPr sz="1800" b="1">
                <a:solidFill>
                  <a:srgbClr val="111A34"/>
                </a:solidFill>
              </a:defRPr>
            </a:lvl5pPr>
            <a:lvl6pPr>
              <a:defRPr sz="1800" b="1">
                <a:solidFill>
                  <a:srgbClr val="111A34"/>
                </a:solidFill>
              </a:defRPr>
            </a:lvl6pPr>
            <a:lvl7pPr>
              <a:defRPr sz="1800" b="1">
                <a:solidFill>
                  <a:srgbClr val="111A34"/>
                </a:solidFill>
              </a:defRPr>
            </a:lvl7pPr>
            <a:lvl8pPr>
              <a:defRPr sz="1800" b="1">
                <a:solidFill>
                  <a:srgbClr val="111A34"/>
                </a:solidFill>
              </a:defRPr>
            </a:lvl8pPr>
            <a:lvl9pPr>
              <a:defRPr sz="1800" b="1">
                <a:solidFill>
                  <a:srgbClr val="111A34"/>
                </a:solidFill>
              </a:defRPr>
            </a:lvl9pPr>
          </a:lstStyle>
          <a:p xmlns:a="http://schemas.openxmlformats.org/drawingml/2006/main">
            <a:pPr>
              <a:defRPr sz="1800" b="1">
                <a:solidFill>
                  <a:srgbClr val="111A34"/>
                </a:solidFill>
              </a:defRPr>
            </a:pPr>
            <a:r>
              <a:rPr sz="1800" b="1">
                <a:solidFill>
                  <a:srgbClr val="111A34"/>
                </a:solidFill>
              </a:rPr>
              <a:t>결과</a:t>
            </a:r>
          </a:p>
        </p:txBody>
      </p:sp>
      <p:sp>
        <p:nvSpPr>
          <p:cNvPr id="13" name="">
            <a:extLst xmlns:a="http://schemas.openxmlformats.org/drawingml/2006/main">
              <a:ext uri="{FF2B5EF4-FFF2-40B4-BE49-F238E27FC236}">
                <a16:creationId xmlns:a16="http://schemas.microsoft.com/office/drawing/2014/main" id="{7DAE8605-4D8C-4D91-9DB1-416DFDFE0E76}"/>
              </a:ext>
            </a:extLst>
          </p:cNvPr>
          <p:cNvSpPr>
            <a:spLocks xmlns:a="http://schemas.openxmlformats.org/drawingml/2006/main" noGrp="1"/>
          </p:cNvSpPr>
          <p:nvPr/>
        </p:nvSpPr>
        <p:spPr>
          <a:xfrm xmlns:a="http://schemas.openxmlformats.org/drawingml/2006/main">
            <a:off x="9486900" y="3524250"/>
            <a:ext cx="2019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4638CA"/>
                </a:solidFill>
              </a:defRPr>
            </a:defPPr>
            <a:lvl1pPr>
              <a:defRPr sz="3000" b="1">
                <a:solidFill>
                  <a:srgbClr val="4638CA"/>
                </a:solidFill>
              </a:defRPr>
            </a:lvl1pPr>
            <a:lvl2pPr>
              <a:defRPr sz="3000" b="1">
                <a:solidFill>
                  <a:srgbClr val="4638CA"/>
                </a:solidFill>
              </a:defRPr>
            </a:lvl2pPr>
            <a:lvl3pPr>
              <a:defRPr sz="3000" b="1">
                <a:solidFill>
                  <a:srgbClr val="4638CA"/>
                </a:solidFill>
              </a:defRPr>
            </a:lvl3pPr>
            <a:lvl4pPr>
              <a:defRPr sz="3000" b="1">
                <a:solidFill>
                  <a:srgbClr val="4638CA"/>
                </a:solidFill>
              </a:defRPr>
            </a:lvl4pPr>
            <a:lvl5pPr>
              <a:defRPr sz="3000" b="1">
                <a:solidFill>
                  <a:srgbClr val="4638CA"/>
                </a:solidFill>
              </a:defRPr>
            </a:lvl5pPr>
            <a:lvl6pPr>
              <a:defRPr sz="3000" b="1">
                <a:solidFill>
                  <a:srgbClr val="4638CA"/>
                </a:solidFill>
              </a:defRPr>
            </a:lvl6pPr>
            <a:lvl7pPr>
              <a:defRPr sz="3000" b="1">
                <a:solidFill>
                  <a:srgbClr val="4638CA"/>
                </a:solidFill>
              </a:defRPr>
            </a:lvl7pPr>
            <a:lvl8pPr>
              <a:defRPr sz="3000" b="1">
                <a:solidFill>
                  <a:srgbClr val="4638CA"/>
                </a:solidFill>
              </a:defRPr>
            </a:lvl8pPr>
            <a:lvl9pPr>
              <a:defRPr sz="3000" b="1">
                <a:solidFill>
                  <a:srgbClr val="4638CA"/>
                </a:solidFill>
              </a:defRPr>
            </a:lvl9pPr>
          </a:lstStyle>
          <a:p xmlns:a="http://schemas.openxmlformats.org/drawingml/2006/main">
            <a:pPr>
              <a:defRPr sz="3000" b="1">
                <a:solidFill>
                  <a:srgbClr val="4638CA"/>
                </a:solidFill>
              </a:defRPr>
            </a:pPr>
            <a:r>
              <a:rPr sz="3000" b="1">
                <a:solidFill>
                  <a:srgbClr val="4638CA"/>
                </a:solidFill>
              </a:rPr>
              <a:t>2분</a:t>
            </a:r>
          </a:p>
        </p:txBody>
      </p:sp>
      <p:sp>
        <p:nvSpPr>
          <p:cNvPr id="14" name="">
            <a:extLst xmlns:a="http://schemas.openxmlformats.org/drawingml/2006/main">
              <a:ext uri="{FF2B5EF4-FFF2-40B4-BE49-F238E27FC236}">
                <a16:creationId xmlns:a16="http://schemas.microsoft.com/office/drawing/2014/main" id="{282401F7-13AF-4F62-93C5-0139EAC4A4BF}"/>
              </a:ext>
            </a:extLst>
          </p:cNvPr>
          <p:cNvSpPr>
            <a:spLocks xmlns:a="http://schemas.openxmlformats.org/drawingml/2006/main" noGrp="1"/>
          </p:cNvSpPr>
          <p:nvPr/>
        </p:nvSpPr>
        <p:spPr>
          <a:xfrm xmlns:a="http://schemas.openxmlformats.org/drawingml/2006/main">
            <a:off x="9486900" y="4229100"/>
            <a:ext cx="2019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111A34"/>
                </a:solidFill>
              </a:defRPr>
            </a:defPPr>
            <a:lvl1pPr>
              <a:defRPr sz="1800" b="1">
                <a:solidFill>
                  <a:srgbClr val="111A34"/>
                </a:solidFill>
              </a:defRPr>
            </a:lvl1pPr>
            <a:lvl2pPr>
              <a:defRPr sz="1800" b="1">
                <a:solidFill>
                  <a:srgbClr val="111A34"/>
                </a:solidFill>
              </a:defRPr>
            </a:lvl2pPr>
            <a:lvl3pPr>
              <a:defRPr sz="1800" b="1">
                <a:solidFill>
                  <a:srgbClr val="111A34"/>
                </a:solidFill>
              </a:defRPr>
            </a:lvl3pPr>
            <a:lvl4pPr>
              <a:defRPr sz="1800" b="1">
                <a:solidFill>
                  <a:srgbClr val="111A34"/>
                </a:solidFill>
              </a:defRPr>
            </a:lvl4pPr>
            <a:lvl5pPr>
              <a:defRPr sz="1800" b="1">
                <a:solidFill>
                  <a:srgbClr val="111A34"/>
                </a:solidFill>
              </a:defRPr>
            </a:lvl5pPr>
            <a:lvl6pPr>
              <a:defRPr sz="1800" b="1">
                <a:solidFill>
                  <a:srgbClr val="111A34"/>
                </a:solidFill>
              </a:defRPr>
            </a:lvl6pPr>
            <a:lvl7pPr>
              <a:defRPr sz="1800" b="1">
                <a:solidFill>
                  <a:srgbClr val="111A34"/>
                </a:solidFill>
              </a:defRPr>
            </a:lvl7pPr>
            <a:lvl8pPr>
              <a:defRPr sz="1800" b="1">
                <a:solidFill>
                  <a:srgbClr val="111A34"/>
                </a:solidFill>
              </a:defRPr>
            </a:lvl8pPr>
            <a:lvl9pPr>
              <a:defRPr sz="1800" b="1">
                <a:solidFill>
                  <a:srgbClr val="111A34"/>
                </a:solidFill>
              </a:defRPr>
            </a:lvl9pPr>
          </a:lstStyle>
          <a:p xmlns:a="http://schemas.openxmlformats.org/drawingml/2006/main">
            <a:pPr>
              <a:defRPr sz="1800" b="1">
                <a:solidFill>
                  <a:srgbClr val="111A34"/>
                </a:solidFill>
              </a:defRPr>
            </a:pPr>
            <a:r>
              <a:rPr sz="1800" b="1">
                <a:solidFill>
                  <a:srgbClr val="111A34"/>
                </a:solidFill>
              </a:rPr>
              <a:t>한계·다음</a:t>
            </a:r>
          </a:p>
        </p:txBody>
      </p:sp>
      <p:sp>
        <p:nvSpPr>
          <p:cNvPr id="15" name="">
            <a:extLst xmlns:a="http://schemas.openxmlformats.org/drawingml/2006/main">
              <a:ext uri="{FF2B5EF4-FFF2-40B4-BE49-F238E27FC236}">
                <a16:creationId xmlns:a16="http://schemas.microsoft.com/office/drawing/2014/main" id="{54F7BDBE-32D9-400A-BAD3-1B7EF23FEB94}"/>
              </a:ext>
            </a:extLst>
          </p:cNvPr>
          <p:cNvSpPr>
            <a:spLocks xmlns:a="http://schemas.openxmlformats.org/drawingml/2006/main" noGrp="1"/>
          </p:cNvSpPr>
          <p:nvPr/>
        </p:nvSpPr>
        <p:spPr>
          <a:xfrm xmlns:a="http://schemas.openxmlformats.org/drawingml/2006/main">
            <a:off x="533400" y="5553075"/>
            <a:ext cx="107156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5A6680"/>
                </a:solidFill>
              </a:defRPr>
            </a:defPPr>
            <a:lvl1pPr>
              <a:defRPr sz="1650" b="0">
                <a:solidFill>
                  <a:srgbClr val="5A6680"/>
                </a:solidFill>
              </a:defRPr>
            </a:lvl1pPr>
            <a:lvl2pPr>
              <a:defRPr sz="1650" b="0">
                <a:solidFill>
                  <a:srgbClr val="5A6680"/>
                </a:solidFill>
              </a:defRPr>
            </a:lvl2pPr>
            <a:lvl3pPr>
              <a:defRPr sz="1650" b="0">
                <a:solidFill>
                  <a:srgbClr val="5A6680"/>
                </a:solidFill>
              </a:defRPr>
            </a:lvl3pPr>
            <a:lvl4pPr>
              <a:defRPr sz="1650" b="0">
                <a:solidFill>
                  <a:srgbClr val="5A6680"/>
                </a:solidFill>
              </a:defRPr>
            </a:lvl4pPr>
            <a:lvl5pPr>
              <a:defRPr sz="1650" b="0">
                <a:solidFill>
                  <a:srgbClr val="5A6680"/>
                </a:solidFill>
              </a:defRPr>
            </a:lvl5pPr>
            <a:lvl6pPr>
              <a:defRPr sz="1650" b="0">
                <a:solidFill>
                  <a:srgbClr val="5A6680"/>
                </a:solidFill>
              </a:defRPr>
            </a:lvl6pPr>
            <a:lvl7pPr>
              <a:defRPr sz="1650" b="0">
                <a:solidFill>
                  <a:srgbClr val="5A6680"/>
                </a:solidFill>
              </a:defRPr>
            </a:lvl7pPr>
            <a:lvl8pPr>
              <a:defRPr sz="1650" b="0">
                <a:solidFill>
                  <a:srgbClr val="5A6680"/>
                </a:solidFill>
              </a:defRPr>
            </a:lvl8pPr>
            <a:lvl9pPr>
              <a:defRPr sz="1650" b="0">
                <a:solidFill>
                  <a:srgbClr val="5A6680"/>
                </a:solidFill>
              </a:defRPr>
            </a:lvl9pPr>
          </a:lstStyle>
          <a:p xmlns:a="http://schemas.openxmlformats.org/drawingml/2006/main">
            <a:pPr>
              <a:defRPr sz="1650" b="0">
                <a:solidFill>
                  <a:srgbClr val="5A6680"/>
                </a:solidFill>
              </a:defRPr>
            </a:pPr>
            <a:r>
              <a:rPr sz="1650" b="0">
                <a:solidFill>
                  <a:srgbClr val="5A6680"/>
                </a:solidFill>
              </a:rPr>
              <a:t>공식 자료 검색 → 근거 기반 답변 → 품질 개선 결과</a:t>
            </a:r>
          </a:p>
        </p:txBody>
      </p:sp>
    </p:spTree>
    <p:extLst>
      <p:ext uri="{BB962C8B-B14F-4D97-AF65-F5344CB8AC3E}">
        <p14:creationId xmlns:p14="http://schemas.microsoft.com/office/powerpoint/2010/main" val="19839818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3DAFB33-8821-43C7-B3EA-8090207F4B00}"/>
              </a:ext>
            </a:extLst>
          </p:cNvPr>
          <p:cNvSpPr>
            <a:spLocks xmlns:a="http://schemas.openxmlformats.org/drawingml/2006/main" noGrp="1"/>
          </p:cNvSpPr>
          <p:nvPr/>
        </p:nvSpPr>
        <p:spPr>
          <a:xfrm xmlns:a="http://schemas.openxmlformats.org/drawingml/2006/main">
            <a:off x="533400" y="2571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4638CA"/>
                </a:solidFill>
              </a:defRPr>
            </a:defPPr>
            <a:lvl1pPr>
              <a:defRPr sz="1200" b="1">
                <a:solidFill>
                  <a:srgbClr val="4638CA"/>
                </a:solidFill>
              </a:defRPr>
            </a:lvl1pPr>
            <a:lvl2pPr>
              <a:defRPr sz="1200" b="1">
                <a:solidFill>
                  <a:srgbClr val="4638CA"/>
                </a:solidFill>
              </a:defRPr>
            </a:lvl2pPr>
            <a:lvl3pPr>
              <a:defRPr sz="1200" b="1">
                <a:solidFill>
                  <a:srgbClr val="4638CA"/>
                </a:solidFill>
              </a:defRPr>
            </a:lvl3pPr>
            <a:lvl4pPr>
              <a:defRPr sz="1200" b="1">
                <a:solidFill>
                  <a:srgbClr val="4638CA"/>
                </a:solidFill>
              </a:defRPr>
            </a:lvl4pPr>
            <a:lvl5pPr>
              <a:defRPr sz="1200" b="1">
                <a:solidFill>
                  <a:srgbClr val="4638CA"/>
                </a:solidFill>
              </a:defRPr>
            </a:lvl5pPr>
            <a:lvl6pPr>
              <a:defRPr sz="1200" b="1">
                <a:solidFill>
                  <a:srgbClr val="4638CA"/>
                </a:solidFill>
              </a:defRPr>
            </a:lvl6pPr>
            <a:lvl7pPr>
              <a:defRPr sz="1200" b="1">
                <a:solidFill>
                  <a:srgbClr val="4638CA"/>
                </a:solidFill>
              </a:defRPr>
            </a:lvl7pPr>
            <a:lvl8pPr>
              <a:defRPr sz="1200" b="1">
                <a:solidFill>
                  <a:srgbClr val="4638CA"/>
                </a:solidFill>
              </a:defRPr>
            </a:lvl8pPr>
            <a:lvl9pPr>
              <a:defRPr sz="1200" b="1">
                <a:solidFill>
                  <a:srgbClr val="4638CA"/>
                </a:solidFill>
              </a:defRPr>
            </a:lvl9pPr>
          </a:lstStyle>
          <a:p xmlns:a="http://schemas.openxmlformats.org/drawingml/2006/main">
            <a:pPr>
              <a:defRPr sz="1200" b="1">
                <a:solidFill>
                  <a:srgbClr val="4638CA"/>
                </a:solidFill>
              </a:defRPr>
            </a:pPr>
            <a:r>
              <a:rPr sz="1200" b="1">
                <a:solidFill>
                  <a:srgbClr val="4638CA"/>
                </a:solidFill>
              </a:rPr>
              <a:t>TOK,TALK  /  문제  ·  1분</a:t>
            </a:r>
          </a:p>
        </p:txBody>
      </p:sp>
      <p:sp>
        <p:nvSpPr>
          <p:cNvPr id="2" name="">
            <a:extLst xmlns:a="http://schemas.openxmlformats.org/drawingml/2006/main">
              <a:ext uri="{FF2B5EF4-FFF2-40B4-BE49-F238E27FC236}">
                <a16:creationId xmlns:a16="http://schemas.microsoft.com/office/drawing/2014/main" id="{EEF7A62D-4FBA-4152-9118-1573B7BB5E49}"/>
              </a:ext>
            </a:extLst>
          </p:cNvPr>
          <p:cNvSpPr>
            <a:spLocks xmlns:a="http://schemas.openxmlformats.org/drawingml/2006/main" noGrp="1"/>
          </p:cNvSpPr>
          <p:nvPr/>
        </p:nvSpPr>
        <p:spPr>
          <a:xfrm xmlns:a="http://schemas.openxmlformats.org/drawingml/2006/main">
            <a:off x="533400" y="733425"/>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111A34"/>
                </a:solidFill>
              </a:defRPr>
            </a:defPPr>
            <a:lvl1pPr>
              <a:defRPr sz="3000" b="1">
                <a:solidFill>
                  <a:srgbClr val="111A34"/>
                </a:solidFill>
              </a:defRPr>
            </a:lvl1pPr>
            <a:lvl2pPr>
              <a:defRPr sz="3000" b="1">
                <a:solidFill>
                  <a:srgbClr val="111A34"/>
                </a:solidFill>
              </a:defRPr>
            </a:lvl2pPr>
            <a:lvl3pPr>
              <a:defRPr sz="3000" b="1">
                <a:solidFill>
                  <a:srgbClr val="111A34"/>
                </a:solidFill>
              </a:defRPr>
            </a:lvl3pPr>
            <a:lvl4pPr>
              <a:defRPr sz="3000" b="1">
                <a:solidFill>
                  <a:srgbClr val="111A34"/>
                </a:solidFill>
              </a:defRPr>
            </a:lvl4pPr>
            <a:lvl5pPr>
              <a:defRPr sz="3000" b="1">
                <a:solidFill>
                  <a:srgbClr val="111A34"/>
                </a:solidFill>
              </a:defRPr>
            </a:lvl5pPr>
            <a:lvl6pPr>
              <a:defRPr sz="3000" b="1">
                <a:solidFill>
                  <a:srgbClr val="111A34"/>
                </a:solidFill>
              </a:defRPr>
            </a:lvl6pPr>
            <a:lvl7pPr>
              <a:defRPr sz="3000" b="1">
                <a:solidFill>
                  <a:srgbClr val="111A34"/>
                </a:solidFill>
              </a:defRPr>
            </a:lvl7pPr>
            <a:lvl8pPr>
              <a:defRPr sz="3000" b="1">
                <a:solidFill>
                  <a:srgbClr val="111A34"/>
                </a:solidFill>
              </a:defRPr>
            </a:lvl8pPr>
            <a:lvl9pPr>
              <a:defRPr sz="3000" b="1">
                <a:solidFill>
                  <a:srgbClr val="111A34"/>
                </a:solidFill>
              </a:defRPr>
            </a:lvl9pPr>
          </a:lstStyle>
          <a:p xmlns:a="http://schemas.openxmlformats.org/drawingml/2006/main">
            <a:pPr>
              <a:defRPr sz="3000" b="1">
                <a:solidFill>
                  <a:srgbClr val="111A34"/>
                </a:solidFill>
              </a:defRPr>
            </a:pPr>
            <a:r>
              <a:rPr sz="3000" b="1">
                <a:solidFill>
                  <a:srgbClr val="111A34"/>
                </a:solidFill>
              </a:rPr>
              <a:t>시약을 꺼내고, 쓰고, 되돌려 놓을 때</a:t>
            </a:r>
          </a:p>
        </p:txBody>
      </p:sp>
      <p:sp>
        <p:nvSpPr>
          <p:cNvPr id="3" name="">
            <a:extLst xmlns:a="http://schemas.openxmlformats.org/drawingml/2006/main">
              <a:ext uri="{FF2B5EF4-FFF2-40B4-BE49-F238E27FC236}">
                <a16:creationId xmlns:a16="http://schemas.microsoft.com/office/drawing/2014/main" id="{12334AC5-F6C5-4803-B9E1-85896547F053}"/>
              </a:ext>
            </a:extLst>
          </p:cNvPr>
          <p:cNvSpPr>
            <a:spLocks xmlns:a="http://schemas.openxmlformats.org/drawingml/2006/main" noGrp="1"/>
          </p:cNvSpPr>
          <p:nvPr/>
        </p:nvSpPr>
        <p:spPr>
          <a:xfrm xmlns:a="http://schemas.openxmlformats.org/drawingml/2006/main">
            <a:off x="533400" y="1533525"/>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DCFFD9B-32DE-4F65-9959-A1B7DA7761A6}"/>
              </a:ext>
            </a:extLst>
          </p:cNvPr>
          <p:cNvSpPr>
            <a:spLocks xmlns:a="http://schemas.openxmlformats.org/drawingml/2006/main" noGrp="1"/>
          </p:cNvSpPr>
          <p:nvPr/>
        </p:nvSpPr>
        <p:spPr>
          <a:xfrm xmlns:a="http://schemas.openxmlformats.org/drawingml/2006/main">
            <a:off x="533400" y="6381750"/>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defRPr sz="1125" b="0">
                <a:solidFill>
                  <a:srgbClr val="5A6680"/>
                </a:solidFill>
              </a:defRPr>
            </a:lvl1pPr>
            <a:lvl2pPr>
              <a:defRPr sz="1125" b="0">
                <a:solidFill>
                  <a:srgbClr val="5A6680"/>
                </a:solidFill>
              </a:defRPr>
            </a:lvl2pPr>
            <a:lvl3pPr>
              <a:defRPr sz="1125" b="0">
                <a:solidFill>
                  <a:srgbClr val="5A6680"/>
                </a:solidFill>
              </a:defRPr>
            </a:lvl3pPr>
            <a:lvl4pPr>
              <a:defRPr sz="1125" b="0">
                <a:solidFill>
                  <a:srgbClr val="5A6680"/>
                </a:solidFill>
              </a:defRPr>
            </a:lvl4pPr>
            <a:lvl5pPr>
              <a:defRPr sz="1125" b="0">
                <a:solidFill>
                  <a:srgbClr val="5A6680"/>
                </a:solidFill>
              </a:defRPr>
            </a:lvl5pPr>
            <a:lvl6pPr>
              <a:defRPr sz="1125" b="0">
                <a:solidFill>
                  <a:srgbClr val="5A6680"/>
                </a:solidFill>
              </a:defRPr>
            </a:lvl6pPr>
            <a:lvl7pPr>
              <a:defRPr sz="1125" b="0">
                <a:solidFill>
                  <a:srgbClr val="5A6680"/>
                </a:solidFill>
              </a:defRPr>
            </a:lvl7pPr>
            <a:lvl8pPr>
              <a:defRPr sz="1125" b="0">
                <a:solidFill>
                  <a:srgbClr val="5A6680"/>
                </a:solidFill>
              </a:defRPr>
            </a:lvl8pPr>
            <a:lvl9pPr>
              <a:defRPr sz="1125" b="0">
                <a:solidFill>
                  <a:srgbClr val="5A6680"/>
                </a:solidFill>
              </a:defRPr>
            </a:lvl9pPr>
          </a:lstStyle>
          <a:p xmlns:a="http://schemas.openxmlformats.org/drawingml/2006/main">
            <a:pPr>
              <a:defRPr sz="1125" b="0">
                <a:solidFill>
                  <a:srgbClr val="5A6680"/>
                </a:solidFill>
              </a:defRPr>
            </a:pPr>
            <a:r>
              <a:rPr sz="1125" b="0">
                <a:solidFill>
                  <a:srgbClr val="5A6680"/>
                </a:solidFill>
              </a:rPr>
              <a:t>tok-talk  |  연구실 화학물질 안전정보 도우미</a:t>
            </a:r>
          </a:p>
        </p:txBody>
      </p:sp>
      <p:sp>
        <p:nvSpPr>
          <p:cNvPr id="5" name="">
            <a:extLst xmlns:a="http://schemas.openxmlformats.org/drawingml/2006/main">
              <a:ext uri="{FF2B5EF4-FFF2-40B4-BE49-F238E27FC236}">
                <a16:creationId xmlns:a16="http://schemas.microsoft.com/office/drawing/2014/main" id="{6827CBBC-3897-4785-AC9A-DD963B4438C8}"/>
              </a:ext>
            </a:extLst>
          </p:cNvPr>
          <p:cNvSpPr>
            <a:spLocks xmlns:a="http://schemas.openxmlformats.org/drawingml/2006/main" noGrp="1"/>
          </p:cNvSpPr>
          <p:nvPr/>
        </p:nvSpPr>
        <p:spPr>
          <a:xfrm xmlns:a="http://schemas.openxmlformats.org/drawingml/2006/main">
            <a:off x="11010900" y="63817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defRPr sz="1125" b="0">
                <a:solidFill>
                  <a:srgbClr val="5A6680"/>
                </a:solidFill>
              </a:defRPr>
            </a:lvl1pPr>
            <a:lvl2pPr>
              <a:defRPr sz="1125" b="0">
                <a:solidFill>
                  <a:srgbClr val="5A6680"/>
                </a:solidFill>
              </a:defRPr>
            </a:lvl2pPr>
            <a:lvl3pPr>
              <a:defRPr sz="1125" b="0">
                <a:solidFill>
                  <a:srgbClr val="5A6680"/>
                </a:solidFill>
              </a:defRPr>
            </a:lvl3pPr>
            <a:lvl4pPr>
              <a:defRPr sz="1125" b="0">
                <a:solidFill>
                  <a:srgbClr val="5A6680"/>
                </a:solidFill>
              </a:defRPr>
            </a:lvl4pPr>
            <a:lvl5pPr>
              <a:defRPr sz="1125" b="0">
                <a:solidFill>
                  <a:srgbClr val="5A6680"/>
                </a:solidFill>
              </a:defRPr>
            </a:lvl5pPr>
            <a:lvl6pPr>
              <a:defRPr sz="1125" b="0">
                <a:solidFill>
                  <a:srgbClr val="5A6680"/>
                </a:solidFill>
              </a:defRPr>
            </a:lvl6pPr>
            <a:lvl7pPr>
              <a:defRPr sz="1125" b="0">
                <a:solidFill>
                  <a:srgbClr val="5A6680"/>
                </a:solidFill>
              </a:defRPr>
            </a:lvl7pPr>
            <a:lvl8pPr>
              <a:defRPr sz="1125" b="0">
                <a:solidFill>
                  <a:srgbClr val="5A6680"/>
                </a:solidFill>
              </a:defRPr>
            </a:lvl8pPr>
            <a:lvl9pPr>
              <a:defRPr sz="1125" b="0">
                <a:solidFill>
                  <a:srgbClr val="5A6680"/>
                </a:solidFill>
              </a:defRPr>
            </a:lvl9pPr>
          </a:lstStyle>
          <a:p xmlns:a="http://schemas.openxmlformats.org/drawingml/2006/main">
            <a:pPr>
              <a:defRPr sz="1125" b="0">
                <a:solidFill>
                  <a:srgbClr val="5A6680"/>
                </a:solidFill>
              </a:defRPr>
            </a:pPr>
            <a:r>
              <a:rPr sz="1125" b="0">
                <a:solidFill>
                  <a:srgbClr val="5A6680"/>
                </a:solidFill>
              </a:rPr>
              <a:t>02 / 09</a:t>
            </a:r>
          </a:p>
        </p:txBody>
      </p:sp>
      <p:sp>
        <p:nvSpPr>
          <p:cNvPr id="6" name="">
            <a:extLst xmlns:a="http://schemas.openxmlformats.org/drawingml/2006/main">
              <a:ext uri="{FF2B5EF4-FFF2-40B4-BE49-F238E27FC236}">
                <a16:creationId xmlns:a16="http://schemas.microsoft.com/office/drawing/2014/main" id="{A73D6CCF-29DB-42AF-8BCE-2E96EBD01CE2}"/>
              </a:ext>
            </a:extLst>
          </p:cNvPr>
          <p:cNvSpPr>
            <a:spLocks xmlns:a="http://schemas.openxmlformats.org/drawingml/2006/main" noGrp="1"/>
          </p:cNvSpPr>
          <p:nvPr/>
        </p:nvSpPr>
        <p:spPr>
          <a:xfrm xmlns:a="http://schemas.openxmlformats.org/drawingml/2006/main">
            <a:off x="533400" y="2076450"/>
            <a:ext cx="3238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75" b="1">
                <a:solidFill>
                  <a:srgbClr val="4638CA"/>
                </a:solidFill>
              </a:defRPr>
            </a:defPPr>
            <a:lvl1pPr>
              <a:defRPr sz="2775" b="1">
                <a:solidFill>
                  <a:srgbClr val="4638CA"/>
                </a:solidFill>
              </a:defRPr>
            </a:lvl1pPr>
            <a:lvl2pPr>
              <a:defRPr sz="2775" b="1">
                <a:solidFill>
                  <a:srgbClr val="4638CA"/>
                </a:solidFill>
              </a:defRPr>
            </a:lvl2pPr>
            <a:lvl3pPr>
              <a:defRPr sz="2775" b="1">
                <a:solidFill>
                  <a:srgbClr val="4638CA"/>
                </a:solidFill>
              </a:defRPr>
            </a:lvl3pPr>
            <a:lvl4pPr>
              <a:defRPr sz="2775" b="1">
                <a:solidFill>
                  <a:srgbClr val="4638CA"/>
                </a:solidFill>
              </a:defRPr>
            </a:lvl4pPr>
            <a:lvl5pPr>
              <a:defRPr sz="2775" b="1">
                <a:solidFill>
                  <a:srgbClr val="4638CA"/>
                </a:solidFill>
              </a:defRPr>
            </a:lvl5pPr>
            <a:lvl6pPr>
              <a:defRPr sz="2775" b="1">
                <a:solidFill>
                  <a:srgbClr val="4638CA"/>
                </a:solidFill>
              </a:defRPr>
            </a:lvl6pPr>
            <a:lvl7pPr>
              <a:defRPr sz="2775" b="1">
                <a:solidFill>
                  <a:srgbClr val="4638CA"/>
                </a:solidFill>
              </a:defRPr>
            </a:lvl7pPr>
            <a:lvl8pPr>
              <a:defRPr sz="2775" b="1">
                <a:solidFill>
                  <a:srgbClr val="4638CA"/>
                </a:solidFill>
              </a:defRPr>
            </a:lvl8pPr>
            <a:lvl9pPr>
              <a:defRPr sz="2775" b="1">
                <a:solidFill>
                  <a:srgbClr val="4638CA"/>
                </a:solidFill>
              </a:defRPr>
            </a:lvl9pPr>
          </a:lstStyle>
          <a:p xmlns:a="http://schemas.openxmlformats.org/drawingml/2006/main">
            <a:pPr>
              <a:defRPr sz="2775" b="1">
                <a:solidFill>
                  <a:srgbClr val="4638CA"/>
                </a:solidFill>
              </a:defRPr>
            </a:pPr>
            <a:r>
              <a:rPr sz="2775" b="1">
                <a:solidFill>
                  <a:srgbClr val="4638CA"/>
                </a:solidFill>
              </a:rPr>
              <a:t>01</a:t>
            </a:r>
          </a:p>
        </p:txBody>
      </p:sp>
      <p:sp>
        <p:nvSpPr>
          <p:cNvPr id="7" name="">
            <a:extLst xmlns:a="http://schemas.openxmlformats.org/drawingml/2006/main">
              <a:ext uri="{FF2B5EF4-FFF2-40B4-BE49-F238E27FC236}">
                <a16:creationId xmlns:a16="http://schemas.microsoft.com/office/drawing/2014/main" id="{54C6AC8B-0CB9-460B-9BD4-F03640F640D4}"/>
              </a:ext>
            </a:extLst>
          </p:cNvPr>
          <p:cNvSpPr>
            <a:spLocks xmlns:a="http://schemas.openxmlformats.org/drawingml/2006/main" noGrp="1"/>
          </p:cNvSpPr>
          <p:nvPr/>
        </p:nvSpPr>
        <p:spPr>
          <a:xfrm xmlns:a="http://schemas.openxmlformats.org/drawingml/2006/main">
            <a:off x="533400" y="265747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75" b="1">
                <a:solidFill>
                  <a:srgbClr val="111A34"/>
                </a:solidFill>
              </a:defRPr>
            </a:defPPr>
            <a:lvl1pPr>
              <a:defRPr sz="2175" b="1">
                <a:solidFill>
                  <a:srgbClr val="111A34"/>
                </a:solidFill>
              </a:defRPr>
            </a:lvl1pPr>
            <a:lvl2pPr>
              <a:defRPr sz="2175" b="1">
                <a:solidFill>
                  <a:srgbClr val="111A34"/>
                </a:solidFill>
              </a:defRPr>
            </a:lvl2pPr>
            <a:lvl3pPr>
              <a:defRPr sz="2175" b="1">
                <a:solidFill>
                  <a:srgbClr val="111A34"/>
                </a:solidFill>
              </a:defRPr>
            </a:lvl3pPr>
            <a:lvl4pPr>
              <a:defRPr sz="2175" b="1">
                <a:solidFill>
                  <a:srgbClr val="111A34"/>
                </a:solidFill>
              </a:defRPr>
            </a:lvl4pPr>
            <a:lvl5pPr>
              <a:defRPr sz="2175" b="1">
                <a:solidFill>
                  <a:srgbClr val="111A34"/>
                </a:solidFill>
              </a:defRPr>
            </a:lvl5pPr>
            <a:lvl6pPr>
              <a:defRPr sz="2175" b="1">
                <a:solidFill>
                  <a:srgbClr val="111A34"/>
                </a:solidFill>
              </a:defRPr>
            </a:lvl6pPr>
            <a:lvl7pPr>
              <a:defRPr sz="2175" b="1">
                <a:solidFill>
                  <a:srgbClr val="111A34"/>
                </a:solidFill>
              </a:defRPr>
            </a:lvl7pPr>
            <a:lvl8pPr>
              <a:defRPr sz="2175" b="1">
                <a:solidFill>
                  <a:srgbClr val="111A34"/>
                </a:solidFill>
              </a:defRPr>
            </a:lvl8pPr>
            <a:lvl9pPr>
              <a:defRPr sz="2175" b="1">
                <a:solidFill>
                  <a:srgbClr val="111A34"/>
                </a:solidFill>
              </a:defRPr>
            </a:lvl9pPr>
          </a:lstStyle>
          <a:p xmlns:a="http://schemas.openxmlformats.org/drawingml/2006/main">
            <a:pPr>
              <a:defRPr sz="2175" b="1">
                <a:solidFill>
                  <a:srgbClr val="111A34"/>
                </a:solidFill>
              </a:defRPr>
            </a:pPr>
            <a:r>
              <a:rPr sz="2175" b="1">
                <a:solidFill>
                  <a:srgbClr val="111A34"/>
                </a:solidFill>
              </a:rPr>
              <a:t>꺼내기</a:t>
            </a:r>
          </a:p>
        </p:txBody>
      </p:sp>
      <p:sp>
        <p:nvSpPr>
          <p:cNvPr id="8" name="">
            <a:extLst xmlns:a="http://schemas.openxmlformats.org/drawingml/2006/main">
              <a:ext uri="{FF2B5EF4-FFF2-40B4-BE49-F238E27FC236}">
                <a16:creationId xmlns:a16="http://schemas.microsoft.com/office/drawing/2014/main" id="{43CE7053-8CE8-4F63-B32E-96C07BB2F45F}"/>
              </a:ext>
            </a:extLst>
          </p:cNvPr>
          <p:cNvSpPr>
            <a:spLocks xmlns:a="http://schemas.openxmlformats.org/drawingml/2006/main" noGrp="1"/>
          </p:cNvSpPr>
          <p:nvPr/>
        </p:nvSpPr>
        <p:spPr>
          <a:xfrm xmlns:a="http://schemas.openxmlformats.org/drawingml/2006/main">
            <a:off x="533400" y="3238500"/>
            <a:ext cx="32004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5A6680"/>
                </a:solidFill>
              </a:defRPr>
            </a:defPPr>
            <a:lvl1pPr>
              <a:defRPr sz="1725" b="0">
                <a:solidFill>
                  <a:srgbClr val="5A6680"/>
                </a:solidFill>
              </a:defRPr>
            </a:lvl1pPr>
            <a:lvl2pPr>
              <a:defRPr sz="1725" b="0">
                <a:solidFill>
                  <a:srgbClr val="5A6680"/>
                </a:solidFill>
              </a:defRPr>
            </a:lvl2pPr>
            <a:lvl3pPr>
              <a:defRPr sz="1725" b="0">
                <a:solidFill>
                  <a:srgbClr val="5A6680"/>
                </a:solidFill>
              </a:defRPr>
            </a:lvl3pPr>
            <a:lvl4pPr>
              <a:defRPr sz="1725" b="0">
                <a:solidFill>
                  <a:srgbClr val="5A6680"/>
                </a:solidFill>
              </a:defRPr>
            </a:lvl4pPr>
            <a:lvl5pPr>
              <a:defRPr sz="1725" b="0">
                <a:solidFill>
                  <a:srgbClr val="5A6680"/>
                </a:solidFill>
              </a:defRPr>
            </a:lvl5pPr>
            <a:lvl6pPr>
              <a:defRPr sz="1725" b="0">
                <a:solidFill>
                  <a:srgbClr val="5A6680"/>
                </a:solidFill>
              </a:defRPr>
            </a:lvl6pPr>
            <a:lvl7pPr>
              <a:defRPr sz="1725" b="0">
                <a:solidFill>
                  <a:srgbClr val="5A6680"/>
                </a:solidFill>
              </a:defRPr>
            </a:lvl7pPr>
            <a:lvl8pPr>
              <a:defRPr sz="1725" b="0">
                <a:solidFill>
                  <a:srgbClr val="5A6680"/>
                </a:solidFill>
              </a:defRPr>
            </a:lvl8pPr>
            <a:lvl9pPr>
              <a:defRPr sz="1725" b="0">
                <a:solidFill>
                  <a:srgbClr val="5A6680"/>
                </a:solidFill>
              </a:defRPr>
            </a:lvl9pPr>
          </a:lstStyle>
          <a:p xmlns:a="http://schemas.openxmlformats.org/drawingml/2006/main">
            <a:pPr>
              <a:defRPr sz="1725" b="0">
                <a:solidFill>
                  <a:srgbClr val="5A6680"/>
                </a:solidFill>
              </a:defRPr>
            </a:pPr>
            <a:r>
              <a:rPr sz="1725" b="0">
                <a:solidFill>
                  <a:srgbClr val="5A6680"/>
                </a:solidFill>
              </a:rPr>
              <a:t>냉장고별 온도와 분리 보관 조건을 다시 확인</a:t>
            </a:r>
          </a:p>
        </p:txBody>
      </p:sp>
      <p:sp>
        <p:nvSpPr>
          <p:cNvPr id="9" name="">
            <a:extLst xmlns:a="http://schemas.openxmlformats.org/drawingml/2006/main">
              <a:ext uri="{FF2B5EF4-FFF2-40B4-BE49-F238E27FC236}">
                <a16:creationId xmlns:a16="http://schemas.microsoft.com/office/drawing/2014/main" id="{6C56D221-AC3B-455E-A032-DB1C77152023}"/>
              </a:ext>
            </a:extLst>
          </p:cNvPr>
          <p:cNvSpPr>
            <a:spLocks xmlns:a="http://schemas.openxmlformats.org/drawingml/2006/main" noGrp="1"/>
          </p:cNvSpPr>
          <p:nvPr/>
        </p:nvSpPr>
        <p:spPr>
          <a:xfrm xmlns:a="http://schemas.openxmlformats.org/drawingml/2006/main">
            <a:off x="3895725" y="2143125"/>
            <a:ext cx="19050" cy="247650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A2B59B1-78C8-41F9-ACC7-AD1E9ACEC8A1}"/>
              </a:ext>
            </a:extLst>
          </p:cNvPr>
          <p:cNvSpPr>
            <a:spLocks xmlns:a="http://schemas.openxmlformats.org/drawingml/2006/main" noGrp="1"/>
          </p:cNvSpPr>
          <p:nvPr/>
        </p:nvSpPr>
        <p:spPr>
          <a:xfrm xmlns:a="http://schemas.openxmlformats.org/drawingml/2006/main">
            <a:off x="4238625" y="2076450"/>
            <a:ext cx="3238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75" b="1">
                <a:solidFill>
                  <a:srgbClr val="4638CA"/>
                </a:solidFill>
              </a:defRPr>
            </a:defPPr>
            <a:lvl1pPr>
              <a:defRPr sz="2775" b="1">
                <a:solidFill>
                  <a:srgbClr val="4638CA"/>
                </a:solidFill>
              </a:defRPr>
            </a:lvl1pPr>
            <a:lvl2pPr>
              <a:defRPr sz="2775" b="1">
                <a:solidFill>
                  <a:srgbClr val="4638CA"/>
                </a:solidFill>
              </a:defRPr>
            </a:lvl2pPr>
            <a:lvl3pPr>
              <a:defRPr sz="2775" b="1">
                <a:solidFill>
                  <a:srgbClr val="4638CA"/>
                </a:solidFill>
              </a:defRPr>
            </a:lvl3pPr>
            <a:lvl4pPr>
              <a:defRPr sz="2775" b="1">
                <a:solidFill>
                  <a:srgbClr val="4638CA"/>
                </a:solidFill>
              </a:defRPr>
            </a:lvl4pPr>
            <a:lvl5pPr>
              <a:defRPr sz="2775" b="1">
                <a:solidFill>
                  <a:srgbClr val="4638CA"/>
                </a:solidFill>
              </a:defRPr>
            </a:lvl5pPr>
            <a:lvl6pPr>
              <a:defRPr sz="2775" b="1">
                <a:solidFill>
                  <a:srgbClr val="4638CA"/>
                </a:solidFill>
              </a:defRPr>
            </a:lvl6pPr>
            <a:lvl7pPr>
              <a:defRPr sz="2775" b="1">
                <a:solidFill>
                  <a:srgbClr val="4638CA"/>
                </a:solidFill>
              </a:defRPr>
            </a:lvl7pPr>
            <a:lvl8pPr>
              <a:defRPr sz="2775" b="1">
                <a:solidFill>
                  <a:srgbClr val="4638CA"/>
                </a:solidFill>
              </a:defRPr>
            </a:lvl8pPr>
            <a:lvl9pPr>
              <a:defRPr sz="2775" b="1">
                <a:solidFill>
                  <a:srgbClr val="4638CA"/>
                </a:solidFill>
              </a:defRPr>
            </a:lvl9pPr>
          </a:lstStyle>
          <a:p xmlns:a="http://schemas.openxmlformats.org/drawingml/2006/main">
            <a:pPr>
              <a:defRPr sz="2775" b="1">
                <a:solidFill>
                  <a:srgbClr val="4638CA"/>
                </a:solidFill>
              </a:defRPr>
            </a:pPr>
            <a:r>
              <a:rPr sz="2775" b="1">
                <a:solidFill>
                  <a:srgbClr val="4638CA"/>
                </a:solidFill>
              </a:rPr>
              <a:t>02</a:t>
            </a:r>
          </a:p>
        </p:txBody>
      </p:sp>
      <p:sp>
        <p:nvSpPr>
          <p:cNvPr id="11" name="">
            <a:extLst xmlns:a="http://schemas.openxmlformats.org/drawingml/2006/main">
              <a:ext uri="{FF2B5EF4-FFF2-40B4-BE49-F238E27FC236}">
                <a16:creationId xmlns:a16="http://schemas.microsoft.com/office/drawing/2014/main" id="{5BAC28E6-DB4C-4261-BBBB-B81C192AFA1C}"/>
              </a:ext>
            </a:extLst>
          </p:cNvPr>
          <p:cNvSpPr>
            <a:spLocks xmlns:a="http://schemas.openxmlformats.org/drawingml/2006/main" noGrp="1"/>
          </p:cNvSpPr>
          <p:nvPr/>
        </p:nvSpPr>
        <p:spPr>
          <a:xfrm xmlns:a="http://schemas.openxmlformats.org/drawingml/2006/main">
            <a:off x="4238625" y="265747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75" b="1">
                <a:solidFill>
                  <a:srgbClr val="111A34"/>
                </a:solidFill>
              </a:defRPr>
            </a:defPPr>
            <a:lvl1pPr>
              <a:defRPr sz="2175" b="1">
                <a:solidFill>
                  <a:srgbClr val="111A34"/>
                </a:solidFill>
              </a:defRPr>
            </a:lvl1pPr>
            <a:lvl2pPr>
              <a:defRPr sz="2175" b="1">
                <a:solidFill>
                  <a:srgbClr val="111A34"/>
                </a:solidFill>
              </a:defRPr>
            </a:lvl2pPr>
            <a:lvl3pPr>
              <a:defRPr sz="2175" b="1">
                <a:solidFill>
                  <a:srgbClr val="111A34"/>
                </a:solidFill>
              </a:defRPr>
            </a:lvl3pPr>
            <a:lvl4pPr>
              <a:defRPr sz="2175" b="1">
                <a:solidFill>
                  <a:srgbClr val="111A34"/>
                </a:solidFill>
              </a:defRPr>
            </a:lvl4pPr>
            <a:lvl5pPr>
              <a:defRPr sz="2175" b="1">
                <a:solidFill>
                  <a:srgbClr val="111A34"/>
                </a:solidFill>
              </a:defRPr>
            </a:lvl5pPr>
            <a:lvl6pPr>
              <a:defRPr sz="2175" b="1">
                <a:solidFill>
                  <a:srgbClr val="111A34"/>
                </a:solidFill>
              </a:defRPr>
            </a:lvl6pPr>
            <a:lvl7pPr>
              <a:defRPr sz="2175" b="1">
                <a:solidFill>
                  <a:srgbClr val="111A34"/>
                </a:solidFill>
              </a:defRPr>
            </a:lvl7pPr>
            <a:lvl8pPr>
              <a:defRPr sz="2175" b="1">
                <a:solidFill>
                  <a:srgbClr val="111A34"/>
                </a:solidFill>
              </a:defRPr>
            </a:lvl8pPr>
            <a:lvl9pPr>
              <a:defRPr sz="2175" b="1">
                <a:solidFill>
                  <a:srgbClr val="111A34"/>
                </a:solidFill>
              </a:defRPr>
            </a:lvl9pPr>
          </a:lstStyle>
          <a:p xmlns:a="http://schemas.openxmlformats.org/drawingml/2006/main">
            <a:pPr>
              <a:defRPr sz="2175" b="1">
                <a:solidFill>
                  <a:srgbClr val="111A34"/>
                </a:solidFill>
              </a:defRPr>
            </a:pPr>
            <a:r>
              <a:rPr sz="2175" b="1">
                <a:solidFill>
                  <a:srgbClr val="111A34"/>
                </a:solidFill>
              </a:rPr>
              <a:t>칭량 후 반납</a:t>
            </a:r>
          </a:p>
        </p:txBody>
      </p:sp>
      <p:sp>
        <p:nvSpPr>
          <p:cNvPr id="12" name="">
            <a:extLst xmlns:a="http://schemas.openxmlformats.org/drawingml/2006/main">
              <a:ext uri="{FF2B5EF4-FFF2-40B4-BE49-F238E27FC236}">
                <a16:creationId xmlns:a16="http://schemas.microsoft.com/office/drawing/2014/main" id="{BEFFE4A3-A6E0-498A-90A8-5BBF062BFE7A}"/>
              </a:ext>
            </a:extLst>
          </p:cNvPr>
          <p:cNvSpPr>
            <a:spLocks xmlns:a="http://schemas.openxmlformats.org/drawingml/2006/main" noGrp="1"/>
          </p:cNvSpPr>
          <p:nvPr/>
        </p:nvSpPr>
        <p:spPr>
          <a:xfrm xmlns:a="http://schemas.openxmlformats.org/drawingml/2006/main">
            <a:off x="4238625" y="3238500"/>
            <a:ext cx="32004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5A6680"/>
                </a:solidFill>
              </a:defRPr>
            </a:defPPr>
            <a:lvl1pPr>
              <a:defRPr sz="1725" b="0">
                <a:solidFill>
                  <a:srgbClr val="5A6680"/>
                </a:solidFill>
              </a:defRPr>
            </a:lvl1pPr>
            <a:lvl2pPr>
              <a:defRPr sz="1725" b="0">
                <a:solidFill>
                  <a:srgbClr val="5A6680"/>
                </a:solidFill>
              </a:defRPr>
            </a:lvl2pPr>
            <a:lvl3pPr>
              <a:defRPr sz="1725" b="0">
                <a:solidFill>
                  <a:srgbClr val="5A6680"/>
                </a:solidFill>
              </a:defRPr>
            </a:lvl3pPr>
            <a:lvl4pPr>
              <a:defRPr sz="1725" b="0">
                <a:solidFill>
                  <a:srgbClr val="5A6680"/>
                </a:solidFill>
              </a:defRPr>
            </a:lvl4pPr>
            <a:lvl5pPr>
              <a:defRPr sz="1725" b="0">
                <a:solidFill>
                  <a:srgbClr val="5A6680"/>
                </a:solidFill>
              </a:defRPr>
            </a:lvl5pPr>
            <a:lvl6pPr>
              <a:defRPr sz="1725" b="0">
                <a:solidFill>
                  <a:srgbClr val="5A6680"/>
                </a:solidFill>
              </a:defRPr>
            </a:lvl6pPr>
            <a:lvl7pPr>
              <a:defRPr sz="1725" b="0">
                <a:solidFill>
                  <a:srgbClr val="5A6680"/>
                </a:solidFill>
              </a:defRPr>
            </a:lvl7pPr>
            <a:lvl8pPr>
              <a:defRPr sz="1725" b="0">
                <a:solidFill>
                  <a:srgbClr val="5A6680"/>
                </a:solidFill>
              </a:defRPr>
            </a:lvl8pPr>
            <a:lvl9pPr>
              <a:defRPr sz="1725" b="0">
                <a:solidFill>
                  <a:srgbClr val="5A6680"/>
                </a:solidFill>
              </a:defRPr>
            </a:lvl9pPr>
          </a:lstStyle>
          <a:p xmlns:a="http://schemas.openxmlformats.org/drawingml/2006/main">
            <a:pPr>
              <a:defRPr sz="1725" b="0">
                <a:solidFill>
                  <a:srgbClr val="5A6680"/>
                </a:solidFill>
              </a:defRPr>
            </a:pPr>
            <a:r>
              <a:rPr sz="1725" b="0">
                <a:solidFill>
                  <a:srgbClr val="5A6680"/>
                </a:solidFill>
              </a:rPr>
              <a:t>어느 냉장고·선반에서 꺼냈는지 기억에 의존</a:t>
            </a:r>
          </a:p>
        </p:txBody>
      </p:sp>
      <p:sp>
        <p:nvSpPr>
          <p:cNvPr id="13" name="">
            <a:extLst xmlns:a="http://schemas.openxmlformats.org/drawingml/2006/main">
              <a:ext uri="{FF2B5EF4-FFF2-40B4-BE49-F238E27FC236}">
                <a16:creationId xmlns:a16="http://schemas.microsoft.com/office/drawing/2014/main" id="{0B23F23A-CCE6-486C-B67A-9A37A51AC387}"/>
              </a:ext>
            </a:extLst>
          </p:cNvPr>
          <p:cNvSpPr>
            <a:spLocks xmlns:a="http://schemas.openxmlformats.org/drawingml/2006/main" noGrp="1"/>
          </p:cNvSpPr>
          <p:nvPr/>
        </p:nvSpPr>
        <p:spPr>
          <a:xfrm xmlns:a="http://schemas.openxmlformats.org/drawingml/2006/main">
            <a:off x="7600950" y="2143125"/>
            <a:ext cx="19050" cy="247650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2261DDB-7ECF-40CC-A896-3EA53B4FE148}"/>
              </a:ext>
            </a:extLst>
          </p:cNvPr>
          <p:cNvSpPr>
            <a:spLocks xmlns:a="http://schemas.openxmlformats.org/drawingml/2006/main" noGrp="1"/>
          </p:cNvSpPr>
          <p:nvPr/>
        </p:nvSpPr>
        <p:spPr>
          <a:xfrm xmlns:a="http://schemas.openxmlformats.org/drawingml/2006/main">
            <a:off x="7943850" y="2076450"/>
            <a:ext cx="3238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75" b="1">
                <a:solidFill>
                  <a:srgbClr val="4638CA"/>
                </a:solidFill>
              </a:defRPr>
            </a:defPPr>
            <a:lvl1pPr>
              <a:defRPr sz="2775" b="1">
                <a:solidFill>
                  <a:srgbClr val="4638CA"/>
                </a:solidFill>
              </a:defRPr>
            </a:lvl1pPr>
            <a:lvl2pPr>
              <a:defRPr sz="2775" b="1">
                <a:solidFill>
                  <a:srgbClr val="4638CA"/>
                </a:solidFill>
              </a:defRPr>
            </a:lvl2pPr>
            <a:lvl3pPr>
              <a:defRPr sz="2775" b="1">
                <a:solidFill>
                  <a:srgbClr val="4638CA"/>
                </a:solidFill>
              </a:defRPr>
            </a:lvl3pPr>
            <a:lvl4pPr>
              <a:defRPr sz="2775" b="1">
                <a:solidFill>
                  <a:srgbClr val="4638CA"/>
                </a:solidFill>
              </a:defRPr>
            </a:lvl4pPr>
            <a:lvl5pPr>
              <a:defRPr sz="2775" b="1">
                <a:solidFill>
                  <a:srgbClr val="4638CA"/>
                </a:solidFill>
              </a:defRPr>
            </a:lvl5pPr>
            <a:lvl6pPr>
              <a:defRPr sz="2775" b="1">
                <a:solidFill>
                  <a:srgbClr val="4638CA"/>
                </a:solidFill>
              </a:defRPr>
            </a:lvl6pPr>
            <a:lvl7pPr>
              <a:defRPr sz="2775" b="1">
                <a:solidFill>
                  <a:srgbClr val="4638CA"/>
                </a:solidFill>
              </a:defRPr>
            </a:lvl7pPr>
            <a:lvl8pPr>
              <a:defRPr sz="2775" b="1">
                <a:solidFill>
                  <a:srgbClr val="4638CA"/>
                </a:solidFill>
              </a:defRPr>
            </a:lvl8pPr>
            <a:lvl9pPr>
              <a:defRPr sz="2775" b="1">
                <a:solidFill>
                  <a:srgbClr val="4638CA"/>
                </a:solidFill>
              </a:defRPr>
            </a:lvl9pPr>
          </a:lstStyle>
          <a:p xmlns:a="http://schemas.openxmlformats.org/drawingml/2006/main">
            <a:pPr>
              <a:defRPr sz="2775" b="1">
                <a:solidFill>
                  <a:srgbClr val="4638CA"/>
                </a:solidFill>
              </a:defRPr>
            </a:pPr>
            <a:r>
              <a:rPr sz="2775" b="1">
                <a:solidFill>
                  <a:srgbClr val="4638CA"/>
                </a:solidFill>
              </a:rPr>
              <a:t>03</a:t>
            </a:r>
          </a:p>
        </p:txBody>
      </p:sp>
      <p:sp>
        <p:nvSpPr>
          <p:cNvPr id="15" name="">
            <a:extLst xmlns:a="http://schemas.openxmlformats.org/drawingml/2006/main">
              <a:ext uri="{FF2B5EF4-FFF2-40B4-BE49-F238E27FC236}">
                <a16:creationId xmlns:a16="http://schemas.microsoft.com/office/drawing/2014/main" id="{023E6BA7-86D9-46E3-9CA8-2F90389F41C7}"/>
              </a:ext>
            </a:extLst>
          </p:cNvPr>
          <p:cNvSpPr>
            <a:spLocks xmlns:a="http://schemas.openxmlformats.org/drawingml/2006/main" noGrp="1"/>
          </p:cNvSpPr>
          <p:nvPr/>
        </p:nvSpPr>
        <p:spPr>
          <a:xfrm xmlns:a="http://schemas.openxmlformats.org/drawingml/2006/main">
            <a:off x="7943850" y="265747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75" b="1">
                <a:solidFill>
                  <a:srgbClr val="111A34"/>
                </a:solidFill>
              </a:defRPr>
            </a:defPPr>
            <a:lvl1pPr>
              <a:defRPr sz="2175" b="1">
                <a:solidFill>
                  <a:srgbClr val="111A34"/>
                </a:solidFill>
              </a:defRPr>
            </a:lvl1pPr>
            <a:lvl2pPr>
              <a:defRPr sz="2175" b="1">
                <a:solidFill>
                  <a:srgbClr val="111A34"/>
                </a:solidFill>
              </a:defRPr>
            </a:lvl2pPr>
            <a:lvl3pPr>
              <a:defRPr sz="2175" b="1">
                <a:solidFill>
                  <a:srgbClr val="111A34"/>
                </a:solidFill>
              </a:defRPr>
            </a:lvl3pPr>
            <a:lvl4pPr>
              <a:defRPr sz="2175" b="1">
                <a:solidFill>
                  <a:srgbClr val="111A34"/>
                </a:solidFill>
              </a:defRPr>
            </a:lvl4pPr>
            <a:lvl5pPr>
              <a:defRPr sz="2175" b="1">
                <a:solidFill>
                  <a:srgbClr val="111A34"/>
                </a:solidFill>
              </a:defRPr>
            </a:lvl5pPr>
            <a:lvl6pPr>
              <a:defRPr sz="2175" b="1">
                <a:solidFill>
                  <a:srgbClr val="111A34"/>
                </a:solidFill>
              </a:defRPr>
            </a:lvl6pPr>
            <a:lvl7pPr>
              <a:defRPr sz="2175" b="1">
                <a:solidFill>
                  <a:srgbClr val="111A34"/>
                </a:solidFill>
              </a:defRPr>
            </a:lvl7pPr>
            <a:lvl8pPr>
              <a:defRPr sz="2175" b="1">
                <a:solidFill>
                  <a:srgbClr val="111A34"/>
                </a:solidFill>
              </a:defRPr>
            </a:lvl8pPr>
            <a:lvl9pPr>
              <a:defRPr sz="2175" b="1">
                <a:solidFill>
                  <a:srgbClr val="111A34"/>
                </a:solidFill>
              </a:defRPr>
            </a:lvl9pPr>
          </a:lstStyle>
          <a:p xmlns:a="http://schemas.openxmlformats.org/drawingml/2006/main">
            <a:pPr>
              <a:defRPr sz="2175" b="1">
                <a:solidFill>
                  <a:srgbClr val="111A34"/>
                </a:solidFill>
              </a:defRPr>
            </a:pPr>
            <a:r>
              <a:rPr sz="2175" b="1">
                <a:solidFill>
                  <a:srgbClr val="111A34"/>
                </a:solidFill>
              </a:rPr>
              <a:t>상태·폐기</a:t>
            </a:r>
          </a:p>
        </p:txBody>
      </p:sp>
      <p:sp>
        <p:nvSpPr>
          <p:cNvPr id="16" name="">
            <a:extLst xmlns:a="http://schemas.openxmlformats.org/drawingml/2006/main">
              <a:ext uri="{FF2B5EF4-FFF2-40B4-BE49-F238E27FC236}">
                <a16:creationId xmlns:a16="http://schemas.microsoft.com/office/drawing/2014/main" id="{A7EDBAA0-DA81-453F-96A8-2CB2246A084F}"/>
              </a:ext>
            </a:extLst>
          </p:cNvPr>
          <p:cNvSpPr>
            <a:spLocks xmlns:a="http://schemas.openxmlformats.org/drawingml/2006/main" noGrp="1"/>
          </p:cNvSpPr>
          <p:nvPr/>
        </p:nvSpPr>
        <p:spPr>
          <a:xfrm xmlns:a="http://schemas.openxmlformats.org/drawingml/2006/main">
            <a:off x="7943850" y="3238500"/>
            <a:ext cx="32004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5A6680"/>
                </a:solidFill>
              </a:defRPr>
            </a:defPPr>
            <a:lvl1pPr>
              <a:defRPr sz="1725" b="0">
                <a:solidFill>
                  <a:srgbClr val="5A6680"/>
                </a:solidFill>
              </a:defRPr>
            </a:lvl1pPr>
            <a:lvl2pPr>
              <a:defRPr sz="1725" b="0">
                <a:solidFill>
                  <a:srgbClr val="5A6680"/>
                </a:solidFill>
              </a:defRPr>
            </a:lvl2pPr>
            <a:lvl3pPr>
              <a:defRPr sz="1725" b="0">
                <a:solidFill>
                  <a:srgbClr val="5A6680"/>
                </a:solidFill>
              </a:defRPr>
            </a:lvl3pPr>
            <a:lvl4pPr>
              <a:defRPr sz="1725" b="0">
                <a:solidFill>
                  <a:srgbClr val="5A6680"/>
                </a:solidFill>
              </a:defRPr>
            </a:lvl4pPr>
            <a:lvl5pPr>
              <a:defRPr sz="1725" b="0">
                <a:solidFill>
                  <a:srgbClr val="5A6680"/>
                </a:solidFill>
              </a:defRPr>
            </a:lvl5pPr>
            <a:lvl6pPr>
              <a:defRPr sz="1725" b="0">
                <a:solidFill>
                  <a:srgbClr val="5A6680"/>
                </a:solidFill>
              </a:defRPr>
            </a:lvl6pPr>
            <a:lvl7pPr>
              <a:defRPr sz="1725" b="0">
                <a:solidFill>
                  <a:srgbClr val="5A6680"/>
                </a:solidFill>
              </a:defRPr>
            </a:lvl7pPr>
            <a:lvl8pPr>
              <a:defRPr sz="1725" b="0">
                <a:solidFill>
                  <a:srgbClr val="5A6680"/>
                </a:solidFill>
              </a:defRPr>
            </a:lvl8pPr>
            <a:lvl9pPr>
              <a:defRPr sz="1725" b="0">
                <a:solidFill>
                  <a:srgbClr val="5A6680"/>
                </a:solidFill>
              </a:defRPr>
            </a:lvl9pPr>
          </a:lstStyle>
          <a:p xmlns:a="http://schemas.openxmlformats.org/drawingml/2006/main">
            <a:pPr>
              <a:defRPr sz="1725" b="0">
                <a:solidFill>
                  <a:srgbClr val="5A6680"/>
                </a:solidFill>
              </a:defRPr>
            </a:pPr>
            <a:r>
              <a:rPr sz="1725" b="0">
                <a:solidFill>
                  <a:srgbClr val="5A6680"/>
                </a:solidFill>
              </a:rPr>
              <a:t>고체·액체·용액 상태와 산·염기·유기용매 폐액을 구분</a:t>
            </a:r>
          </a:p>
        </p:txBody>
      </p:sp>
      <p:sp>
        <p:nvSpPr>
          <p:cNvPr id="17" name="">
            <a:extLst xmlns:a="http://schemas.openxmlformats.org/drawingml/2006/main">
              <a:ext uri="{FF2B5EF4-FFF2-40B4-BE49-F238E27FC236}">
                <a16:creationId xmlns:a16="http://schemas.microsoft.com/office/drawing/2014/main" id="{30E3FDCD-AC0E-453C-AAAC-1B5AAC4D69E2}"/>
              </a:ext>
            </a:extLst>
          </p:cNvPr>
          <p:cNvSpPr>
            <a:spLocks xmlns:a="http://schemas.openxmlformats.org/drawingml/2006/main" noGrp="1"/>
          </p:cNvSpPr>
          <p:nvPr/>
        </p:nvSpPr>
        <p:spPr>
          <a:xfrm xmlns:a="http://schemas.openxmlformats.org/drawingml/2006/main">
            <a:off x="533400" y="5276850"/>
            <a:ext cx="11125200" cy="762000"/>
          </a:xfrm>
          <a:prstGeom xmlns:a="http://schemas.openxmlformats.org/drawingml/2006/main" prst="rect">
            <a:avLst/>
          </a:prstGeom>
          <a:solidFill xmlns:a="http://schemas.openxmlformats.org/drawingml/2006/main">
            <a:srgbClr val="EEF0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E6FBA4E-C439-4E4E-A31D-B65CF0669696}"/>
              </a:ext>
            </a:extLst>
          </p:cNvPr>
          <p:cNvSpPr>
            <a:spLocks xmlns:a="http://schemas.openxmlformats.org/drawingml/2006/main" noGrp="1"/>
          </p:cNvSpPr>
          <p:nvPr/>
        </p:nvSpPr>
        <p:spPr>
          <a:xfrm xmlns:a="http://schemas.openxmlformats.org/drawingml/2006/main">
            <a:off x="752475" y="5429250"/>
            <a:ext cx="10648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111A34"/>
                </a:solidFill>
              </a:defRPr>
            </a:defPPr>
            <a:lvl1pPr>
              <a:defRPr sz="2025" b="1">
                <a:solidFill>
                  <a:srgbClr val="111A34"/>
                </a:solidFill>
              </a:defRPr>
            </a:lvl1pPr>
            <a:lvl2pPr>
              <a:defRPr sz="2025" b="1">
                <a:solidFill>
                  <a:srgbClr val="111A34"/>
                </a:solidFill>
              </a:defRPr>
            </a:lvl2pPr>
            <a:lvl3pPr>
              <a:defRPr sz="2025" b="1">
                <a:solidFill>
                  <a:srgbClr val="111A34"/>
                </a:solidFill>
              </a:defRPr>
            </a:lvl3pPr>
            <a:lvl4pPr>
              <a:defRPr sz="2025" b="1">
                <a:solidFill>
                  <a:srgbClr val="111A34"/>
                </a:solidFill>
              </a:defRPr>
            </a:lvl4pPr>
            <a:lvl5pPr>
              <a:defRPr sz="2025" b="1">
                <a:solidFill>
                  <a:srgbClr val="111A34"/>
                </a:solidFill>
              </a:defRPr>
            </a:lvl5pPr>
            <a:lvl6pPr>
              <a:defRPr sz="2025" b="1">
                <a:solidFill>
                  <a:srgbClr val="111A34"/>
                </a:solidFill>
              </a:defRPr>
            </a:lvl6pPr>
            <a:lvl7pPr>
              <a:defRPr sz="2025" b="1">
                <a:solidFill>
                  <a:srgbClr val="111A34"/>
                </a:solidFill>
              </a:defRPr>
            </a:lvl7pPr>
            <a:lvl8pPr>
              <a:defRPr sz="2025" b="1">
                <a:solidFill>
                  <a:srgbClr val="111A34"/>
                </a:solidFill>
              </a:defRPr>
            </a:lvl8pPr>
            <a:lvl9pPr>
              <a:defRPr sz="2025" b="1">
                <a:solidFill>
                  <a:srgbClr val="111A34"/>
                </a:solidFill>
              </a:defRPr>
            </a:lvl9pPr>
          </a:lstStyle>
          <a:p xmlns:a="http://schemas.openxmlformats.org/drawingml/2006/main">
            <a:pPr>
              <a:defRPr sz="2025" b="1">
                <a:solidFill>
                  <a:srgbClr val="111A34"/>
                </a:solidFill>
              </a:defRPr>
            </a:pPr>
            <a:r>
              <a:rPr sz="2025" b="1">
                <a:solidFill>
                  <a:srgbClr val="111A34"/>
                </a:solidFill>
              </a:rPr>
              <a:t>필요한 안전정보를 실험 직전에 즉시 확인하기 어렵다</a:t>
            </a:r>
          </a:p>
        </p:txBody>
      </p:sp>
    </p:spTree>
    <p:extLst>
      <p:ext uri="{BB962C8B-B14F-4D97-AF65-F5344CB8AC3E}">
        <p14:creationId xmlns:p14="http://schemas.microsoft.com/office/powerpoint/2010/main" val="4207637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6080FF0-A37D-49B8-BF1D-19455792307F}"/>
              </a:ext>
            </a:extLst>
          </p:cNvPr>
          <p:cNvSpPr>
            <a:spLocks xmlns:a="http://schemas.openxmlformats.org/drawingml/2006/main" noGrp="1"/>
          </p:cNvSpPr>
          <p:nvPr/>
        </p:nvSpPr>
        <p:spPr>
          <a:xfrm xmlns:a="http://schemas.openxmlformats.org/drawingml/2006/main">
            <a:off x="533400" y="2571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4638CA"/>
                </a:solidFill>
              </a:defRPr>
            </a:defPPr>
            <a:lvl1pPr>
              <a:defRPr sz="1200" b="1">
                <a:solidFill>
                  <a:srgbClr val="4638CA"/>
                </a:solidFill>
              </a:defRPr>
            </a:lvl1pPr>
            <a:lvl2pPr>
              <a:defRPr sz="1200" b="1">
                <a:solidFill>
                  <a:srgbClr val="4638CA"/>
                </a:solidFill>
              </a:defRPr>
            </a:lvl2pPr>
            <a:lvl3pPr>
              <a:defRPr sz="1200" b="1">
                <a:solidFill>
                  <a:srgbClr val="4638CA"/>
                </a:solidFill>
              </a:defRPr>
            </a:lvl3pPr>
            <a:lvl4pPr>
              <a:defRPr sz="1200" b="1">
                <a:solidFill>
                  <a:srgbClr val="4638CA"/>
                </a:solidFill>
              </a:defRPr>
            </a:lvl4pPr>
            <a:lvl5pPr>
              <a:defRPr sz="1200" b="1">
                <a:solidFill>
                  <a:srgbClr val="4638CA"/>
                </a:solidFill>
              </a:defRPr>
            </a:lvl5pPr>
            <a:lvl6pPr>
              <a:defRPr sz="1200" b="1">
                <a:solidFill>
                  <a:srgbClr val="4638CA"/>
                </a:solidFill>
              </a:defRPr>
            </a:lvl6pPr>
            <a:lvl7pPr>
              <a:defRPr sz="1200" b="1">
                <a:solidFill>
                  <a:srgbClr val="4638CA"/>
                </a:solidFill>
              </a:defRPr>
            </a:lvl7pPr>
            <a:lvl8pPr>
              <a:defRPr sz="1200" b="1">
                <a:solidFill>
                  <a:srgbClr val="4638CA"/>
                </a:solidFill>
              </a:defRPr>
            </a:lvl8pPr>
            <a:lvl9pPr>
              <a:defRPr sz="1200" b="1">
                <a:solidFill>
                  <a:srgbClr val="4638CA"/>
                </a:solidFill>
              </a:defRPr>
            </a:lvl9pPr>
          </a:lstStyle>
          <a:p xmlns:a="http://schemas.openxmlformats.org/drawingml/2006/main">
            <a:pPr>
              <a:defRPr sz="1200" b="1">
                <a:solidFill>
                  <a:srgbClr val="4638CA"/>
                </a:solidFill>
              </a:defRPr>
            </a:pPr>
            <a:r>
              <a:rPr sz="1200" b="1">
                <a:solidFill>
                  <a:srgbClr val="4638CA"/>
                </a:solidFill>
              </a:rPr>
              <a:t>TOK,TALK  /  문제  ·  1분</a:t>
            </a:r>
          </a:p>
        </p:txBody>
      </p:sp>
      <p:sp>
        <p:nvSpPr>
          <p:cNvPr id="2" name="">
            <a:extLst xmlns:a="http://schemas.openxmlformats.org/drawingml/2006/main">
              <a:ext uri="{FF2B5EF4-FFF2-40B4-BE49-F238E27FC236}">
                <a16:creationId xmlns:a16="http://schemas.microsoft.com/office/drawing/2014/main" id="{A166D964-19CE-4897-9FF0-800E9C3B1E4B}"/>
              </a:ext>
            </a:extLst>
          </p:cNvPr>
          <p:cNvSpPr>
            <a:spLocks xmlns:a="http://schemas.openxmlformats.org/drawingml/2006/main" noGrp="1"/>
          </p:cNvSpPr>
          <p:nvPr/>
        </p:nvSpPr>
        <p:spPr>
          <a:xfrm xmlns:a="http://schemas.openxmlformats.org/drawingml/2006/main">
            <a:off x="533400" y="733425"/>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111A34"/>
                </a:solidFill>
              </a:defRPr>
            </a:defPPr>
            <a:lvl1pPr>
              <a:defRPr sz="3000" b="1">
                <a:solidFill>
                  <a:srgbClr val="111A34"/>
                </a:solidFill>
              </a:defRPr>
            </a:lvl1pPr>
            <a:lvl2pPr>
              <a:defRPr sz="3000" b="1">
                <a:solidFill>
                  <a:srgbClr val="111A34"/>
                </a:solidFill>
              </a:defRPr>
            </a:lvl2pPr>
            <a:lvl3pPr>
              <a:defRPr sz="3000" b="1">
                <a:solidFill>
                  <a:srgbClr val="111A34"/>
                </a:solidFill>
              </a:defRPr>
            </a:lvl3pPr>
            <a:lvl4pPr>
              <a:defRPr sz="3000" b="1">
                <a:solidFill>
                  <a:srgbClr val="111A34"/>
                </a:solidFill>
              </a:defRPr>
            </a:lvl4pPr>
            <a:lvl5pPr>
              <a:defRPr sz="3000" b="1">
                <a:solidFill>
                  <a:srgbClr val="111A34"/>
                </a:solidFill>
              </a:defRPr>
            </a:lvl5pPr>
            <a:lvl6pPr>
              <a:defRPr sz="3000" b="1">
                <a:solidFill>
                  <a:srgbClr val="111A34"/>
                </a:solidFill>
              </a:defRPr>
            </a:lvl6pPr>
            <a:lvl7pPr>
              <a:defRPr sz="3000" b="1">
                <a:solidFill>
                  <a:srgbClr val="111A34"/>
                </a:solidFill>
              </a:defRPr>
            </a:lvl7pPr>
            <a:lvl8pPr>
              <a:defRPr sz="3000" b="1">
                <a:solidFill>
                  <a:srgbClr val="111A34"/>
                </a:solidFill>
              </a:defRPr>
            </a:lvl8pPr>
            <a:lvl9pPr>
              <a:defRPr sz="3000" b="1">
                <a:solidFill>
                  <a:srgbClr val="111A34"/>
                </a:solidFill>
              </a:defRPr>
            </a:lvl9pPr>
          </a:lstStyle>
          <a:p xmlns:a="http://schemas.openxmlformats.org/drawingml/2006/main">
            <a:pPr>
              <a:defRPr sz="3000" b="1">
                <a:solidFill>
                  <a:srgbClr val="111A34"/>
                </a:solidFill>
              </a:defRPr>
            </a:pPr>
            <a:r>
              <a:rPr sz="3000" b="1">
                <a:solidFill>
                  <a:srgbClr val="111A34"/>
                </a:solidFill>
              </a:rPr>
              <a:t>소규모 R&amp;D 실험실에 맞춘 질문형 도우미</a:t>
            </a:r>
          </a:p>
        </p:txBody>
      </p:sp>
      <p:sp>
        <p:nvSpPr>
          <p:cNvPr id="3" name="">
            <a:extLst xmlns:a="http://schemas.openxmlformats.org/drawingml/2006/main">
              <a:ext uri="{FF2B5EF4-FFF2-40B4-BE49-F238E27FC236}">
                <a16:creationId xmlns:a16="http://schemas.microsoft.com/office/drawing/2014/main" id="{E1BB4847-4E3C-40A7-AFAA-57D262F5A62E}"/>
              </a:ext>
            </a:extLst>
          </p:cNvPr>
          <p:cNvSpPr>
            <a:spLocks xmlns:a="http://schemas.openxmlformats.org/drawingml/2006/main" noGrp="1"/>
          </p:cNvSpPr>
          <p:nvPr/>
        </p:nvSpPr>
        <p:spPr>
          <a:xfrm xmlns:a="http://schemas.openxmlformats.org/drawingml/2006/main">
            <a:off x="533400" y="1533525"/>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56573B5-F0B7-41D5-8ECC-61FCC584F3FD}"/>
              </a:ext>
            </a:extLst>
          </p:cNvPr>
          <p:cNvSpPr>
            <a:spLocks xmlns:a="http://schemas.openxmlformats.org/drawingml/2006/main" noGrp="1"/>
          </p:cNvSpPr>
          <p:nvPr/>
        </p:nvSpPr>
        <p:spPr>
          <a:xfrm xmlns:a="http://schemas.openxmlformats.org/drawingml/2006/main">
            <a:off x="533400" y="6381750"/>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defRPr sz="1125" b="0">
                <a:solidFill>
                  <a:srgbClr val="5A6680"/>
                </a:solidFill>
              </a:defRPr>
            </a:lvl1pPr>
            <a:lvl2pPr>
              <a:defRPr sz="1125" b="0">
                <a:solidFill>
                  <a:srgbClr val="5A6680"/>
                </a:solidFill>
              </a:defRPr>
            </a:lvl2pPr>
            <a:lvl3pPr>
              <a:defRPr sz="1125" b="0">
                <a:solidFill>
                  <a:srgbClr val="5A6680"/>
                </a:solidFill>
              </a:defRPr>
            </a:lvl3pPr>
            <a:lvl4pPr>
              <a:defRPr sz="1125" b="0">
                <a:solidFill>
                  <a:srgbClr val="5A6680"/>
                </a:solidFill>
              </a:defRPr>
            </a:lvl4pPr>
            <a:lvl5pPr>
              <a:defRPr sz="1125" b="0">
                <a:solidFill>
                  <a:srgbClr val="5A6680"/>
                </a:solidFill>
              </a:defRPr>
            </a:lvl5pPr>
            <a:lvl6pPr>
              <a:defRPr sz="1125" b="0">
                <a:solidFill>
                  <a:srgbClr val="5A6680"/>
                </a:solidFill>
              </a:defRPr>
            </a:lvl6pPr>
            <a:lvl7pPr>
              <a:defRPr sz="1125" b="0">
                <a:solidFill>
                  <a:srgbClr val="5A6680"/>
                </a:solidFill>
              </a:defRPr>
            </a:lvl7pPr>
            <a:lvl8pPr>
              <a:defRPr sz="1125" b="0">
                <a:solidFill>
                  <a:srgbClr val="5A6680"/>
                </a:solidFill>
              </a:defRPr>
            </a:lvl8pPr>
            <a:lvl9pPr>
              <a:defRPr sz="1125" b="0">
                <a:solidFill>
                  <a:srgbClr val="5A6680"/>
                </a:solidFill>
              </a:defRPr>
            </a:lvl9pPr>
          </a:lstStyle>
          <a:p xmlns:a="http://schemas.openxmlformats.org/drawingml/2006/main">
            <a:pPr>
              <a:defRPr sz="1125" b="0">
                <a:solidFill>
                  <a:srgbClr val="5A6680"/>
                </a:solidFill>
              </a:defRPr>
            </a:pPr>
            <a:r>
              <a:rPr sz="1125" b="0">
                <a:solidFill>
                  <a:srgbClr val="5A6680"/>
                </a:solidFill>
              </a:rPr>
              <a:t>tok-talk  |  연구실 화학물질 안전정보 도우미</a:t>
            </a:r>
          </a:p>
        </p:txBody>
      </p:sp>
      <p:sp>
        <p:nvSpPr>
          <p:cNvPr id="5" name="">
            <a:extLst xmlns:a="http://schemas.openxmlformats.org/drawingml/2006/main">
              <a:ext uri="{FF2B5EF4-FFF2-40B4-BE49-F238E27FC236}">
                <a16:creationId xmlns:a16="http://schemas.microsoft.com/office/drawing/2014/main" id="{7CDDD643-DF85-4B4C-BEFF-AD82A46F0FED}"/>
              </a:ext>
            </a:extLst>
          </p:cNvPr>
          <p:cNvSpPr>
            <a:spLocks xmlns:a="http://schemas.openxmlformats.org/drawingml/2006/main" noGrp="1"/>
          </p:cNvSpPr>
          <p:nvPr/>
        </p:nvSpPr>
        <p:spPr>
          <a:xfrm xmlns:a="http://schemas.openxmlformats.org/drawingml/2006/main">
            <a:off x="11010900" y="63817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defRPr sz="1125" b="0">
                <a:solidFill>
                  <a:srgbClr val="5A6680"/>
                </a:solidFill>
              </a:defRPr>
            </a:lvl1pPr>
            <a:lvl2pPr>
              <a:defRPr sz="1125" b="0">
                <a:solidFill>
                  <a:srgbClr val="5A6680"/>
                </a:solidFill>
              </a:defRPr>
            </a:lvl2pPr>
            <a:lvl3pPr>
              <a:defRPr sz="1125" b="0">
                <a:solidFill>
                  <a:srgbClr val="5A6680"/>
                </a:solidFill>
              </a:defRPr>
            </a:lvl3pPr>
            <a:lvl4pPr>
              <a:defRPr sz="1125" b="0">
                <a:solidFill>
                  <a:srgbClr val="5A6680"/>
                </a:solidFill>
              </a:defRPr>
            </a:lvl4pPr>
            <a:lvl5pPr>
              <a:defRPr sz="1125" b="0">
                <a:solidFill>
                  <a:srgbClr val="5A6680"/>
                </a:solidFill>
              </a:defRPr>
            </a:lvl5pPr>
            <a:lvl6pPr>
              <a:defRPr sz="1125" b="0">
                <a:solidFill>
                  <a:srgbClr val="5A6680"/>
                </a:solidFill>
              </a:defRPr>
            </a:lvl6pPr>
            <a:lvl7pPr>
              <a:defRPr sz="1125" b="0">
                <a:solidFill>
                  <a:srgbClr val="5A6680"/>
                </a:solidFill>
              </a:defRPr>
            </a:lvl7pPr>
            <a:lvl8pPr>
              <a:defRPr sz="1125" b="0">
                <a:solidFill>
                  <a:srgbClr val="5A6680"/>
                </a:solidFill>
              </a:defRPr>
            </a:lvl8pPr>
            <a:lvl9pPr>
              <a:defRPr sz="1125" b="0">
                <a:solidFill>
                  <a:srgbClr val="5A6680"/>
                </a:solidFill>
              </a:defRPr>
            </a:lvl9pPr>
          </a:lstStyle>
          <a:p xmlns:a="http://schemas.openxmlformats.org/drawingml/2006/main">
            <a:pPr>
              <a:defRPr sz="1125" b="0">
                <a:solidFill>
                  <a:srgbClr val="5A6680"/>
                </a:solidFill>
              </a:defRPr>
            </a:pPr>
            <a:r>
              <a:rPr sz="1125" b="0">
                <a:solidFill>
                  <a:srgbClr val="5A6680"/>
                </a:solidFill>
              </a:rPr>
              <a:t>03 / 09</a:t>
            </a:r>
          </a:p>
        </p:txBody>
      </p:sp>
      <p:sp>
        <p:nvSpPr>
          <p:cNvPr id="6" name="">
            <a:extLst xmlns:a="http://schemas.openxmlformats.org/drawingml/2006/main">
              <a:ext uri="{FF2B5EF4-FFF2-40B4-BE49-F238E27FC236}">
                <a16:creationId xmlns:a16="http://schemas.microsoft.com/office/drawing/2014/main" id="{23F124E6-9DA7-4A0D-B144-D4EDECC09236}"/>
              </a:ext>
            </a:extLst>
          </p:cNvPr>
          <p:cNvSpPr>
            <a:spLocks xmlns:a="http://schemas.openxmlformats.org/drawingml/2006/main" noGrp="1"/>
          </p:cNvSpPr>
          <p:nvPr/>
        </p:nvSpPr>
        <p:spPr>
          <a:xfrm xmlns:a="http://schemas.openxmlformats.org/drawingml/2006/main">
            <a:off x="533400" y="1933575"/>
            <a:ext cx="5000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4638CA"/>
                </a:solidFill>
              </a:defRPr>
            </a:defPPr>
            <a:lvl1pPr>
              <a:defRPr sz="1875" b="1">
                <a:solidFill>
                  <a:srgbClr val="4638CA"/>
                </a:solidFill>
              </a:defRPr>
            </a:lvl1pPr>
            <a:lvl2pPr>
              <a:defRPr sz="1875" b="1">
                <a:solidFill>
                  <a:srgbClr val="4638CA"/>
                </a:solidFill>
              </a:defRPr>
            </a:lvl2pPr>
            <a:lvl3pPr>
              <a:defRPr sz="1875" b="1">
                <a:solidFill>
                  <a:srgbClr val="4638CA"/>
                </a:solidFill>
              </a:defRPr>
            </a:lvl3pPr>
            <a:lvl4pPr>
              <a:defRPr sz="1875" b="1">
                <a:solidFill>
                  <a:srgbClr val="4638CA"/>
                </a:solidFill>
              </a:defRPr>
            </a:lvl4pPr>
            <a:lvl5pPr>
              <a:defRPr sz="1875" b="1">
                <a:solidFill>
                  <a:srgbClr val="4638CA"/>
                </a:solidFill>
              </a:defRPr>
            </a:lvl5pPr>
            <a:lvl6pPr>
              <a:defRPr sz="1875" b="1">
                <a:solidFill>
                  <a:srgbClr val="4638CA"/>
                </a:solidFill>
              </a:defRPr>
            </a:lvl6pPr>
            <a:lvl7pPr>
              <a:defRPr sz="1875" b="1">
                <a:solidFill>
                  <a:srgbClr val="4638CA"/>
                </a:solidFill>
              </a:defRPr>
            </a:lvl7pPr>
            <a:lvl8pPr>
              <a:defRPr sz="1875" b="1">
                <a:solidFill>
                  <a:srgbClr val="4638CA"/>
                </a:solidFill>
              </a:defRPr>
            </a:lvl8pPr>
            <a:lvl9pPr>
              <a:defRPr sz="1875" b="1">
                <a:solidFill>
                  <a:srgbClr val="4638CA"/>
                </a:solidFill>
              </a:defRPr>
            </a:lvl9pPr>
          </a:lstStyle>
          <a:p xmlns:a="http://schemas.openxmlformats.org/drawingml/2006/main">
            <a:pPr>
              <a:defRPr sz="1875" b="1">
                <a:solidFill>
                  <a:srgbClr val="4638CA"/>
                </a:solidFill>
              </a:defRPr>
            </a:pPr>
            <a:r>
              <a:rPr sz="1875" b="1">
                <a:solidFill>
                  <a:srgbClr val="4638CA"/>
                </a:solidFill>
              </a:rPr>
              <a:t>사용자</a:t>
            </a:r>
          </a:p>
        </p:txBody>
      </p:sp>
      <p:sp>
        <p:nvSpPr>
          <p:cNvPr id="7" name="">
            <a:extLst xmlns:a="http://schemas.openxmlformats.org/drawingml/2006/main">
              <a:ext uri="{FF2B5EF4-FFF2-40B4-BE49-F238E27FC236}">
                <a16:creationId xmlns:a16="http://schemas.microsoft.com/office/drawing/2014/main" id="{2465FF2B-6104-4BDC-96C7-AC88BFAB3B01}"/>
              </a:ext>
            </a:extLst>
          </p:cNvPr>
          <p:cNvSpPr>
            <a:spLocks xmlns:a="http://schemas.openxmlformats.org/drawingml/2006/main" noGrp="1"/>
          </p:cNvSpPr>
          <p:nvPr/>
        </p:nvSpPr>
        <p:spPr>
          <a:xfrm xmlns:a="http://schemas.openxmlformats.org/drawingml/2006/main">
            <a:off x="533400" y="2438400"/>
            <a:ext cx="5429250" cy="1819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0">
                <a:solidFill>
                  <a:srgbClr val="111A34"/>
                </a:solidFill>
              </a:defRPr>
            </a:defPPr>
            <a:lvl1pPr>
              <a:defRPr sz="2025" b="0">
                <a:solidFill>
                  <a:srgbClr val="111A34"/>
                </a:solidFill>
              </a:defRPr>
            </a:lvl1pPr>
            <a:lvl2pPr>
              <a:defRPr sz="2025" b="0">
                <a:solidFill>
                  <a:srgbClr val="111A34"/>
                </a:solidFill>
              </a:defRPr>
            </a:lvl2pPr>
            <a:lvl3pPr>
              <a:defRPr sz="2025" b="0">
                <a:solidFill>
                  <a:srgbClr val="111A34"/>
                </a:solidFill>
              </a:defRPr>
            </a:lvl3pPr>
            <a:lvl4pPr>
              <a:defRPr sz="2025" b="0">
                <a:solidFill>
                  <a:srgbClr val="111A34"/>
                </a:solidFill>
              </a:defRPr>
            </a:lvl4pPr>
            <a:lvl5pPr>
              <a:defRPr sz="2025" b="0">
                <a:solidFill>
                  <a:srgbClr val="111A34"/>
                </a:solidFill>
              </a:defRPr>
            </a:lvl5pPr>
            <a:lvl6pPr>
              <a:defRPr sz="2025" b="0">
                <a:solidFill>
                  <a:srgbClr val="111A34"/>
                </a:solidFill>
              </a:defRPr>
            </a:lvl6pPr>
            <a:lvl7pPr>
              <a:defRPr sz="2025" b="0">
                <a:solidFill>
                  <a:srgbClr val="111A34"/>
                </a:solidFill>
              </a:defRPr>
            </a:lvl7pPr>
            <a:lvl8pPr>
              <a:defRPr sz="2025" b="0">
                <a:solidFill>
                  <a:srgbClr val="111A34"/>
                </a:solidFill>
              </a:defRPr>
            </a:lvl8pPr>
            <a:lvl9pPr>
              <a:defRPr sz="2025" b="0">
                <a:solidFill>
                  <a:srgbClr val="111A34"/>
                </a:solidFill>
              </a:defRPr>
            </a:lvl9pPr>
          </a:lstStyle>
          <a:p xmlns:a="http://schemas.openxmlformats.org/drawingml/2006/main">
            <a:pPr>
              <a:defRPr sz="2025" b="0">
                <a:solidFill>
                  <a:srgbClr val="111A34"/>
                </a:solidFill>
              </a:defRPr>
            </a:pPr>
            <a:r>
              <a:rPr sz="2025" b="0">
                <a:solidFill>
                  <a:srgbClr val="111A34"/>
                </a:solidFill>
              </a:rPr>
              <a:t>대학·출연연 연구실</a:t>
            </a:r>
          </a:p>
          <a:p xmlns:a="http://schemas.openxmlformats.org/drawingml/2006/main">
            <a:pPr>
              <a:defRPr sz="2025" b="0">
                <a:solidFill>
                  <a:srgbClr val="111A34"/>
                </a:solidFill>
              </a:defRPr>
            </a:pPr>
            <a:r>
              <a:rPr sz="2025" b="0">
                <a:solidFill>
                  <a:srgbClr val="111A34"/>
                </a:solidFill>
              </a:rPr>
              <a:t>제약·바이오 R&amp;D</a:t>
            </a:r>
          </a:p>
          <a:p xmlns:a="http://schemas.openxmlformats.org/drawingml/2006/main">
            <a:pPr>
              <a:defRPr sz="2025" b="0">
                <a:solidFill>
                  <a:srgbClr val="111A34"/>
                </a:solidFill>
              </a:defRPr>
            </a:pPr>
            <a:r>
              <a:rPr sz="2025" b="0">
                <a:solidFill>
                  <a:srgbClr val="111A34"/>
                </a:solidFill>
              </a:rPr>
              <a:t>화장품·소재 연구소</a:t>
            </a:r>
          </a:p>
        </p:txBody>
      </p:sp>
      <p:sp>
        <p:nvSpPr>
          <p:cNvPr id="8" name="">
            <a:extLst xmlns:a="http://schemas.openxmlformats.org/drawingml/2006/main">
              <a:ext uri="{FF2B5EF4-FFF2-40B4-BE49-F238E27FC236}">
                <a16:creationId xmlns:a16="http://schemas.microsoft.com/office/drawing/2014/main" id="{2381A01A-B25B-4646-A415-60D6DBEC7F47}"/>
              </a:ext>
            </a:extLst>
          </p:cNvPr>
          <p:cNvSpPr>
            <a:spLocks xmlns:a="http://schemas.openxmlformats.org/drawingml/2006/main" noGrp="1"/>
          </p:cNvSpPr>
          <p:nvPr/>
        </p:nvSpPr>
        <p:spPr>
          <a:xfrm xmlns:a="http://schemas.openxmlformats.org/drawingml/2006/main">
            <a:off x="6124575" y="1981200"/>
            <a:ext cx="19050" cy="3362325"/>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65AFA04-C7A8-4F98-AFAD-995E9D4283B8}"/>
              </a:ext>
            </a:extLst>
          </p:cNvPr>
          <p:cNvSpPr>
            <a:spLocks xmlns:a="http://schemas.openxmlformats.org/drawingml/2006/main" noGrp="1"/>
          </p:cNvSpPr>
          <p:nvPr/>
        </p:nvSpPr>
        <p:spPr>
          <a:xfrm xmlns:a="http://schemas.openxmlformats.org/drawingml/2006/main">
            <a:off x="6638925" y="1933575"/>
            <a:ext cx="5000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4638CA"/>
                </a:solidFill>
              </a:defRPr>
            </a:defPPr>
            <a:lvl1pPr>
              <a:defRPr sz="1875" b="1">
                <a:solidFill>
                  <a:srgbClr val="4638CA"/>
                </a:solidFill>
              </a:defRPr>
            </a:lvl1pPr>
            <a:lvl2pPr>
              <a:defRPr sz="1875" b="1">
                <a:solidFill>
                  <a:srgbClr val="4638CA"/>
                </a:solidFill>
              </a:defRPr>
            </a:lvl2pPr>
            <a:lvl3pPr>
              <a:defRPr sz="1875" b="1">
                <a:solidFill>
                  <a:srgbClr val="4638CA"/>
                </a:solidFill>
              </a:defRPr>
            </a:lvl3pPr>
            <a:lvl4pPr>
              <a:defRPr sz="1875" b="1">
                <a:solidFill>
                  <a:srgbClr val="4638CA"/>
                </a:solidFill>
              </a:defRPr>
            </a:lvl4pPr>
            <a:lvl5pPr>
              <a:defRPr sz="1875" b="1">
                <a:solidFill>
                  <a:srgbClr val="4638CA"/>
                </a:solidFill>
              </a:defRPr>
            </a:lvl5pPr>
            <a:lvl6pPr>
              <a:defRPr sz="1875" b="1">
                <a:solidFill>
                  <a:srgbClr val="4638CA"/>
                </a:solidFill>
              </a:defRPr>
            </a:lvl6pPr>
            <a:lvl7pPr>
              <a:defRPr sz="1875" b="1">
                <a:solidFill>
                  <a:srgbClr val="4638CA"/>
                </a:solidFill>
              </a:defRPr>
            </a:lvl7pPr>
            <a:lvl8pPr>
              <a:defRPr sz="1875" b="1">
                <a:solidFill>
                  <a:srgbClr val="4638CA"/>
                </a:solidFill>
              </a:defRPr>
            </a:lvl8pPr>
            <a:lvl9pPr>
              <a:defRPr sz="1875" b="1">
                <a:solidFill>
                  <a:srgbClr val="4638CA"/>
                </a:solidFill>
              </a:defRPr>
            </a:lvl9pPr>
          </a:lstStyle>
          <a:p xmlns:a="http://schemas.openxmlformats.org/drawingml/2006/main">
            <a:pPr>
              <a:defRPr sz="1875" b="1">
                <a:solidFill>
                  <a:srgbClr val="4638CA"/>
                </a:solidFill>
              </a:defRPr>
            </a:pPr>
            <a:r>
              <a:rPr sz="1875" b="1">
                <a:solidFill>
                  <a:srgbClr val="4638CA"/>
                </a:solidFill>
              </a:rPr>
              <a:t>기존 방식의 불편</a:t>
            </a:r>
          </a:p>
        </p:txBody>
      </p:sp>
      <p:sp>
        <p:nvSpPr>
          <p:cNvPr id="10" name="">
            <a:extLst xmlns:a="http://schemas.openxmlformats.org/drawingml/2006/main">
              <a:ext uri="{FF2B5EF4-FFF2-40B4-BE49-F238E27FC236}">
                <a16:creationId xmlns:a16="http://schemas.microsoft.com/office/drawing/2014/main" id="{152C15AC-FE31-44FC-970F-C2D78958E342}"/>
              </a:ext>
            </a:extLst>
          </p:cNvPr>
          <p:cNvSpPr>
            <a:spLocks xmlns:a="http://schemas.openxmlformats.org/drawingml/2006/main" noGrp="1"/>
          </p:cNvSpPr>
          <p:nvPr/>
        </p:nvSpPr>
        <p:spPr>
          <a:xfrm xmlns:a="http://schemas.openxmlformats.org/drawingml/2006/main">
            <a:off x="6638925" y="2438400"/>
            <a:ext cx="4762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0">
                <a:solidFill>
                  <a:srgbClr val="111A34"/>
                </a:solidFill>
              </a:defRPr>
            </a:defPPr>
            <a:lvl1pPr>
              <a:defRPr sz="2025" b="0">
                <a:solidFill>
                  <a:srgbClr val="111A34"/>
                </a:solidFill>
              </a:defRPr>
            </a:lvl1pPr>
            <a:lvl2pPr>
              <a:defRPr sz="2025" b="0">
                <a:solidFill>
                  <a:srgbClr val="111A34"/>
                </a:solidFill>
              </a:defRPr>
            </a:lvl2pPr>
            <a:lvl3pPr>
              <a:defRPr sz="2025" b="0">
                <a:solidFill>
                  <a:srgbClr val="111A34"/>
                </a:solidFill>
              </a:defRPr>
            </a:lvl3pPr>
            <a:lvl4pPr>
              <a:defRPr sz="2025" b="0">
                <a:solidFill>
                  <a:srgbClr val="111A34"/>
                </a:solidFill>
              </a:defRPr>
            </a:lvl4pPr>
            <a:lvl5pPr>
              <a:defRPr sz="2025" b="0">
                <a:solidFill>
                  <a:srgbClr val="111A34"/>
                </a:solidFill>
              </a:defRPr>
            </a:lvl5pPr>
            <a:lvl6pPr>
              <a:defRPr sz="2025" b="0">
                <a:solidFill>
                  <a:srgbClr val="111A34"/>
                </a:solidFill>
              </a:defRPr>
            </a:lvl6pPr>
            <a:lvl7pPr>
              <a:defRPr sz="2025" b="0">
                <a:solidFill>
                  <a:srgbClr val="111A34"/>
                </a:solidFill>
              </a:defRPr>
            </a:lvl7pPr>
            <a:lvl8pPr>
              <a:defRPr sz="2025" b="0">
                <a:solidFill>
                  <a:srgbClr val="111A34"/>
                </a:solidFill>
              </a:defRPr>
            </a:lvl8pPr>
            <a:lvl9pPr>
              <a:defRPr sz="2025" b="0">
                <a:solidFill>
                  <a:srgbClr val="111A34"/>
                </a:solidFill>
              </a:defRPr>
            </a:lvl9pPr>
          </a:lstStyle>
          <a:p xmlns:a="http://schemas.openxmlformats.org/drawingml/2006/main">
            <a:pPr>
              <a:defRPr sz="2025" b="0">
                <a:solidFill>
                  <a:srgbClr val="111A34"/>
                </a:solidFill>
              </a:defRPr>
            </a:pPr>
            <a:r>
              <a:rPr sz="2025" b="0">
                <a:solidFill>
                  <a:srgbClr val="111A34"/>
                </a:solidFill>
              </a:rPr>
              <a:t>긴 SDS에서 항목을 직접 찾고</a:t>
            </a:r>
          </a:p>
          <a:p xmlns:a="http://schemas.openxmlformats.org/drawingml/2006/main">
            <a:pPr>
              <a:defRPr sz="2025" b="0">
                <a:solidFill>
                  <a:srgbClr val="111A34"/>
                </a:solidFill>
              </a:defRPr>
            </a:pPr>
            <a:r>
              <a:rPr sz="2025" b="0">
                <a:solidFill>
                  <a:srgbClr val="111A34"/>
                </a:solidFill>
              </a:rPr>
              <a:t>문서별 표현을 해석해야 함</a:t>
            </a:r>
          </a:p>
        </p:txBody>
      </p:sp>
      <p:sp>
        <p:nvSpPr>
          <p:cNvPr id="11" name="">
            <a:extLst xmlns:a="http://schemas.openxmlformats.org/drawingml/2006/main">
              <a:ext uri="{FF2B5EF4-FFF2-40B4-BE49-F238E27FC236}">
                <a16:creationId xmlns:a16="http://schemas.microsoft.com/office/drawing/2014/main" id="{D8F5C128-4AEA-4E9B-BF4F-AFA80A6AE8A7}"/>
              </a:ext>
            </a:extLst>
          </p:cNvPr>
          <p:cNvSpPr>
            <a:spLocks xmlns:a="http://schemas.openxmlformats.org/drawingml/2006/main" noGrp="1"/>
          </p:cNvSpPr>
          <p:nvPr/>
        </p:nvSpPr>
        <p:spPr>
          <a:xfrm xmlns:a="http://schemas.openxmlformats.org/drawingml/2006/main">
            <a:off x="533400" y="5295900"/>
            <a:ext cx="11125200" cy="695325"/>
          </a:xfrm>
          <a:prstGeom xmlns:a="http://schemas.openxmlformats.org/drawingml/2006/main" prst="rect">
            <a:avLst/>
          </a:prstGeom>
          <a:solidFill xmlns:a="http://schemas.openxmlformats.org/drawingml/2006/main">
            <a:srgbClr val="EEF0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E7A3CB1-33BF-47B2-B7C1-D245F96C3477}"/>
              </a:ext>
            </a:extLst>
          </p:cNvPr>
          <p:cNvSpPr>
            <a:spLocks xmlns:a="http://schemas.openxmlformats.org/drawingml/2006/main" noGrp="1"/>
          </p:cNvSpPr>
          <p:nvPr/>
        </p:nvSpPr>
        <p:spPr>
          <a:xfrm xmlns:a="http://schemas.openxmlformats.org/drawingml/2006/main">
            <a:off x="742950" y="5429250"/>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111A34"/>
                </a:solidFill>
              </a:defRPr>
            </a:defPPr>
            <a:lvl1pPr>
              <a:defRPr sz="1725" b="1">
                <a:solidFill>
                  <a:srgbClr val="111A34"/>
                </a:solidFill>
              </a:defRPr>
            </a:lvl1pPr>
            <a:lvl2pPr>
              <a:defRPr sz="1725" b="1">
                <a:solidFill>
                  <a:srgbClr val="111A34"/>
                </a:solidFill>
              </a:defRPr>
            </a:lvl2pPr>
            <a:lvl3pPr>
              <a:defRPr sz="1725" b="1">
                <a:solidFill>
                  <a:srgbClr val="111A34"/>
                </a:solidFill>
              </a:defRPr>
            </a:lvl3pPr>
            <a:lvl4pPr>
              <a:defRPr sz="1725" b="1">
                <a:solidFill>
                  <a:srgbClr val="111A34"/>
                </a:solidFill>
              </a:defRPr>
            </a:lvl4pPr>
            <a:lvl5pPr>
              <a:defRPr sz="1725" b="1">
                <a:solidFill>
                  <a:srgbClr val="111A34"/>
                </a:solidFill>
              </a:defRPr>
            </a:lvl5pPr>
            <a:lvl6pPr>
              <a:defRPr sz="1725" b="1">
                <a:solidFill>
                  <a:srgbClr val="111A34"/>
                </a:solidFill>
              </a:defRPr>
            </a:lvl6pPr>
            <a:lvl7pPr>
              <a:defRPr sz="1725" b="1">
                <a:solidFill>
                  <a:srgbClr val="111A34"/>
                </a:solidFill>
              </a:defRPr>
            </a:lvl7pPr>
            <a:lvl8pPr>
              <a:defRPr sz="1725" b="1">
                <a:solidFill>
                  <a:srgbClr val="111A34"/>
                </a:solidFill>
              </a:defRPr>
            </a:lvl8pPr>
            <a:lvl9pPr>
              <a:defRPr sz="1725" b="1">
                <a:solidFill>
                  <a:srgbClr val="111A34"/>
                </a:solidFill>
              </a:defRPr>
            </a:lvl9pPr>
          </a:lstStyle>
          <a:p xmlns:a="http://schemas.openxmlformats.org/drawingml/2006/main">
            <a:pPr>
              <a:defRPr sz="1725" b="1">
                <a:solidFill>
                  <a:srgbClr val="111A34"/>
                </a:solidFill>
              </a:defRPr>
            </a:pPr>
            <a:r>
              <a:rPr sz="1725" b="1">
                <a:solidFill>
                  <a:srgbClr val="111A34"/>
                </a:solidFill>
              </a:rPr>
              <a:t>전사 EHS 관리보다 실험 직전 공식 자료 탐색에 집중</a:t>
            </a:r>
          </a:p>
        </p:txBody>
      </p:sp>
    </p:spTree>
    <p:extLst>
      <p:ext uri="{BB962C8B-B14F-4D97-AF65-F5344CB8AC3E}">
        <p14:creationId xmlns:p14="http://schemas.microsoft.com/office/powerpoint/2010/main" val="8662360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401D2B8-6D81-4F5B-B811-55455E140C97}"/>
              </a:ext>
            </a:extLst>
          </p:cNvPr>
          <p:cNvSpPr>
            <a:spLocks xmlns:a="http://schemas.openxmlformats.org/drawingml/2006/main" noGrp="1"/>
          </p:cNvSpPr>
          <p:nvPr/>
        </p:nvSpPr>
        <p:spPr>
          <a:xfrm xmlns:a="http://schemas.openxmlformats.org/drawingml/2006/main">
            <a:off x="533400" y="2571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4638CA"/>
                </a:solidFill>
              </a:defRPr>
            </a:defPPr>
            <a:lvl1pPr>
              <a:defRPr sz="1200" b="1">
                <a:solidFill>
                  <a:srgbClr val="4638CA"/>
                </a:solidFill>
              </a:defRPr>
            </a:lvl1pPr>
            <a:lvl2pPr>
              <a:defRPr sz="1200" b="1">
                <a:solidFill>
                  <a:srgbClr val="4638CA"/>
                </a:solidFill>
              </a:defRPr>
            </a:lvl2pPr>
            <a:lvl3pPr>
              <a:defRPr sz="1200" b="1">
                <a:solidFill>
                  <a:srgbClr val="4638CA"/>
                </a:solidFill>
              </a:defRPr>
            </a:lvl3pPr>
            <a:lvl4pPr>
              <a:defRPr sz="1200" b="1">
                <a:solidFill>
                  <a:srgbClr val="4638CA"/>
                </a:solidFill>
              </a:defRPr>
            </a:lvl4pPr>
            <a:lvl5pPr>
              <a:defRPr sz="1200" b="1">
                <a:solidFill>
                  <a:srgbClr val="4638CA"/>
                </a:solidFill>
              </a:defRPr>
            </a:lvl5pPr>
            <a:lvl6pPr>
              <a:defRPr sz="1200" b="1">
                <a:solidFill>
                  <a:srgbClr val="4638CA"/>
                </a:solidFill>
              </a:defRPr>
            </a:lvl6pPr>
            <a:lvl7pPr>
              <a:defRPr sz="1200" b="1">
                <a:solidFill>
                  <a:srgbClr val="4638CA"/>
                </a:solidFill>
              </a:defRPr>
            </a:lvl7pPr>
            <a:lvl8pPr>
              <a:defRPr sz="1200" b="1">
                <a:solidFill>
                  <a:srgbClr val="4638CA"/>
                </a:solidFill>
              </a:defRPr>
            </a:lvl8pPr>
            <a:lvl9pPr>
              <a:defRPr sz="1200" b="1">
                <a:solidFill>
                  <a:srgbClr val="4638CA"/>
                </a:solidFill>
              </a:defRPr>
            </a:lvl9pPr>
          </a:lstStyle>
          <a:p xmlns:a="http://schemas.openxmlformats.org/drawingml/2006/main">
            <a:pPr>
              <a:defRPr sz="1200" b="1">
                <a:solidFill>
                  <a:srgbClr val="4638CA"/>
                </a:solidFill>
              </a:defRPr>
            </a:pPr>
            <a:r>
              <a:rPr sz="1200" b="1">
                <a:solidFill>
                  <a:srgbClr val="4638CA"/>
                </a:solidFill>
              </a:rPr>
              <a:t>TOK,TALK  /  아키텍처  ·  2분</a:t>
            </a:r>
          </a:p>
        </p:txBody>
      </p:sp>
      <p:sp>
        <p:nvSpPr>
          <p:cNvPr id="2" name="">
            <a:extLst xmlns:a="http://schemas.openxmlformats.org/drawingml/2006/main">
              <a:ext uri="{FF2B5EF4-FFF2-40B4-BE49-F238E27FC236}">
                <a16:creationId xmlns:a16="http://schemas.microsoft.com/office/drawing/2014/main" id="{71A37567-2189-4C5A-AF46-B4E77E02ACFD}"/>
              </a:ext>
            </a:extLst>
          </p:cNvPr>
          <p:cNvSpPr>
            <a:spLocks xmlns:a="http://schemas.openxmlformats.org/drawingml/2006/main" noGrp="1"/>
          </p:cNvSpPr>
          <p:nvPr/>
        </p:nvSpPr>
        <p:spPr>
          <a:xfrm xmlns:a="http://schemas.openxmlformats.org/drawingml/2006/main">
            <a:off x="533400" y="733425"/>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111A34"/>
                </a:solidFill>
              </a:defRPr>
            </a:defPPr>
            <a:lvl1pPr>
              <a:defRPr sz="3000" b="1">
                <a:solidFill>
                  <a:srgbClr val="111A34"/>
                </a:solidFill>
              </a:defRPr>
            </a:lvl1pPr>
            <a:lvl2pPr>
              <a:defRPr sz="3000" b="1">
                <a:solidFill>
                  <a:srgbClr val="111A34"/>
                </a:solidFill>
              </a:defRPr>
            </a:lvl2pPr>
            <a:lvl3pPr>
              <a:defRPr sz="3000" b="1">
                <a:solidFill>
                  <a:srgbClr val="111A34"/>
                </a:solidFill>
              </a:defRPr>
            </a:lvl3pPr>
            <a:lvl4pPr>
              <a:defRPr sz="3000" b="1">
                <a:solidFill>
                  <a:srgbClr val="111A34"/>
                </a:solidFill>
              </a:defRPr>
            </a:lvl4pPr>
            <a:lvl5pPr>
              <a:defRPr sz="3000" b="1">
                <a:solidFill>
                  <a:srgbClr val="111A34"/>
                </a:solidFill>
              </a:defRPr>
            </a:lvl5pPr>
            <a:lvl6pPr>
              <a:defRPr sz="3000" b="1">
                <a:solidFill>
                  <a:srgbClr val="111A34"/>
                </a:solidFill>
              </a:defRPr>
            </a:lvl6pPr>
            <a:lvl7pPr>
              <a:defRPr sz="3000" b="1">
                <a:solidFill>
                  <a:srgbClr val="111A34"/>
                </a:solidFill>
              </a:defRPr>
            </a:lvl7pPr>
            <a:lvl8pPr>
              <a:defRPr sz="3000" b="1">
                <a:solidFill>
                  <a:srgbClr val="111A34"/>
                </a:solidFill>
              </a:defRPr>
            </a:lvl8pPr>
            <a:lvl9pPr>
              <a:defRPr sz="3000" b="1">
                <a:solidFill>
                  <a:srgbClr val="111A34"/>
                </a:solidFill>
              </a:defRPr>
            </a:lvl9pPr>
          </a:lstStyle>
          <a:p xmlns:a="http://schemas.openxmlformats.org/drawingml/2006/main">
            <a:pPr>
              <a:defRPr sz="3000" b="1">
                <a:solidFill>
                  <a:srgbClr val="111A34"/>
                </a:solidFill>
              </a:defRPr>
            </a:pPr>
            <a:r>
              <a:rPr sz="3000" b="1">
                <a:solidFill>
                  <a:srgbClr val="111A34"/>
                </a:solidFill>
              </a:rPr>
              <a:t>KOSHA·NIOSH 자료를 검색 가능한 청크로</a:t>
            </a:r>
          </a:p>
        </p:txBody>
      </p:sp>
      <p:sp>
        <p:nvSpPr>
          <p:cNvPr id="3" name="">
            <a:extLst xmlns:a="http://schemas.openxmlformats.org/drawingml/2006/main">
              <a:ext uri="{FF2B5EF4-FFF2-40B4-BE49-F238E27FC236}">
                <a16:creationId xmlns:a16="http://schemas.microsoft.com/office/drawing/2014/main" id="{FC783C02-F32F-4777-93E3-25D6735DCC1A}"/>
              </a:ext>
            </a:extLst>
          </p:cNvPr>
          <p:cNvSpPr>
            <a:spLocks xmlns:a="http://schemas.openxmlformats.org/drawingml/2006/main" noGrp="1"/>
          </p:cNvSpPr>
          <p:nvPr/>
        </p:nvSpPr>
        <p:spPr>
          <a:xfrm xmlns:a="http://schemas.openxmlformats.org/drawingml/2006/main">
            <a:off x="533400" y="1533525"/>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5DD1B57-07B2-4BB0-9B1B-CA268D52AB66}"/>
              </a:ext>
            </a:extLst>
          </p:cNvPr>
          <p:cNvSpPr>
            <a:spLocks xmlns:a="http://schemas.openxmlformats.org/drawingml/2006/main" noGrp="1"/>
          </p:cNvSpPr>
          <p:nvPr/>
        </p:nvSpPr>
        <p:spPr>
          <a:xfrm xmlns:a="http://schemas.openxmlformats.org/drawingml/2006/main">
            <a:off x="533400" y="6381750"/>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defRPr sz="1125" b="0">
                <a:solidFill>
                  <a:srgbClr val="5A6680"/>
                </a:solidFill>
              </a:defRPr>
            </a:lvl1pPr>
            <a:lvl2pPr>
              <a:defRPr sz="1125" b="0">
                <a:solidFill>
                  <a:srgbClr val="5A6680"/>
                </a:solidFill>
              </a:defRPr>
            </a:lvl2pPr>
            <a:lvl3pPr>
              <a:defRPr sz="1125" b="0">
                <a:solidFill>
                  <a:srgbClr val="5A6680"/>
                </a:solidFill>
              </a:defRPr>
            </a:lvl3pPr>
            <a:lvl4pPr>
              <a:defRPr sz="1125" b="0">
                <a:solidFill>
                  <a:srgbClr val="5A6680"/>
                </a:solidFill>
              </a:defRPr>
            </a:lvl4pPr>
            <a:lvl5pPr>
              <a:defRPr sz="1125" b="0">
                <a:solidFill>
                  <a:srgbClr val="5A6680"/>
                </a:solidFill>
              </a:defRPr>
            </a:lvl5pPr>
            <a:lvl6pPr>
              <a:defRPr sz="1125" b="0">
                <a:solidFill>
                  <a:srgbClr val="5A6680"/>
                </a:solidFill>
              </a:defRPr>
            </a:lvl6pPr>
            <a:lvl7pPr>
              <a:defRPr sz="1125" b="0">
                <a:solidFill>
                  <a:srgbClr val="5A6680"/>
                </a:solidFill>
              </a:defRPr>
            </a:lvl7pPr>
            <a:lvl8pPr>
              <a:defRPr sz="1125" b="0">
                <a:solidFill>
                  <a:srgbClr val="5A6680"/>
                </a:solidFill>
              </a:defRPr>
            </a:lvl8pPr>
            <a:lvl9pPr>
              <a:defRPr sz="1125" b="0">
                <a:solidFill>
                  <a:srgbClr val="5A6680"/>
                </a:solidFill>
              </a:defRPr>
            </a:lvl9pPr>
          </a:lstStyle>
          <a:p xmlns:a="http://schemas.openxmlformats.org/drawingml/2006/main">
            <a:pPr>
              <a:defRPr sz="1125" b="0">
                <a:solidFill>
                  <a:srgbClr val="5A6680"/>
                </a:solidFill>
              </a:defRPr>
            </a:pPr>
            <a:r>
              <a:rPr sz="1125" b="0">
                <a:solidFill>
                  <a:srgbClr val="5A6680"/>
                </a:solidFill>
              </a:rPr>
              <a:t>tok-talk  |  연구실 화학물질 안전정보 도우미</a:t>
            </a:r>
          </a:p>
        </p:txBody>
      </p:sp>
      <p:sp>
        <p:nvSpPr>
          <p:cNvPr id="5" name="">
            <a:extLst xmlns:a="http://schemas.openxmlformats.org/drawingml/2006/main">
              <a:ext uri="{FF2B5EF4-FFF2-40B4-BE49-F238E27FC236}">
                <a16:creationId xmlns:a16="http://schemas.microsoft.com/office/drawing/2014/main" id="{746973AD-B16F-4DCF-A95B-EBB03012A0FB}"/>
              </a:ext>
            </a:extLst>
          </p:cNvPr>
          <p:cNvSpPr>
            <a:spLocks xmlns:a="http://schemas.openxmlformats.org/drawingml/2006/main" noGrp="1"/>
          </p:cNvSpPr>
          <p:nvPr/>
        </p:nvSpPr>
        <p:spPr>
          <a:xfrm xmlns:a="http://schemas.openxmlformats.org/drawingml/2006/main">
            <a:off x="11010900" y="63817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defRPr sz="1125" b="0">
                <a:solidFill>
                  <a:srgbClr val="5A6680"/>
                </a:solidFill>
              </a:defRPr>
            </a:lvl1pPr>
            <a:lvl2pPr>
              <a:defRPr sz="1125" b="0">
                <a:solidFill>
                  <a:srgbClr val="5A6680"/>
                </a:solidFill>
              </a:defRPr>
            </a:lvl2pPr>
            <a:lvl3pPr>
              <a:defRPr sz="1125" b="0">
                <a:solidFill>
                  <a:srgbClr val="5A6680"/>
                </a:solidFill>
              </a:defRPr>
            </a:lvl3pPr>
            <a:lvl4pPr>
              <a:defRPr sz="1125" b="0">
                <a:solidFill>
                  <a:srgbClr val="5A6680"/>
                </a:solidFill>
              </a:defRPr>
            </a:lvl4pPr>
            <a:lvl5pPr>
              <a:defRPr sz="1125" b="0">
                <a:solidFill>
                  <a:srgbClr val="5A6680"/>
                </a:solidFill>
              </a:defRPr>
            </a:lvl5pPr>
            <a:lvl6pPr>
              <a:defRPr sz="1125" b="0">
                <a:solidFill>
                  <a:srgbClr val="5A6680"/>
                </a:solidFill>
              </a:defRPr>
            </a:lvl6pPr>
            <a:lvl7pPr>
              <a:defRPr sz="1125" b="0">
                <a:solidFill>
                  <a:srgbClr val="5A6680"/>
                </a:solidFill>
              </a:defRPr>
            </a:lvl7pPr>
            <a:lvl8pPr>
              <a:defRPr sz="1125" b="0">
                <a:solidFill>
                  <a:srgbClr val="5A6680"/>
                </a:solidFill>
              </a:defRPr>
            </a:lvl8pPr>
            <a:lvl9pPr>
              <a:defRPr sz="1125" b="0">
                <a:solidFill>
                  <a:srgbClr val="5A6680"/>
                </a:solidFill>
              </a:defRPr>
            </a:lvl9pPr>
          </a:lstStyle>
          <a:p xmlns:a="http://schemas.openxmlformats.org/drawingml/2006/main">
            <a:pPr>
              <a:defRPr sz="1125" b="0">
                <a:solidFill>
                  <a:srgbClr val="5A6680"/>
                </a:solidFill>
              </a:defRPr>
            </a:pPr>
            <a:r>
              <a:rPr sz="1125" b="0">
                <a:solidFill>
                  <a:srgbClr val="5A6680"/>
                </a:solidFill>
              </a:rPr>
              <a:t>04 / 09</a:t>
            </a:r>
          </a:p>
        </p:txBody>
      </p:sp>
      <p:sp>
        <p:nvSpPr>
          <p:cNvPr id="6" name="">
            <a:extLst xmlns:a="http://schemas.openxmlformats.org/drawingml/2006/main">
              <a:ext uri="{FF2B5EF4-FFF2-40B4-BE49-F238E27FC236}">
                <a16:creationId xmlns:a16="http://schemas.microsoft.com/office/drawing/2014/main" id="{C25803C5-A7DC-4AE8-81A3-58E9103F2E83}"/>
              </a:ext>
            </a:extLst>
          </p:cNvPr>
          <p:cNvSpPr>
            <a:spLocks xmlns:a="http://schemas.openxmlformats.org/drawingml/2006/main" noGrp="1"/>
          </p:cNvSpPr>
          <p:nvPr/>
        </p:nvSpPr>
        <p:spPr>
          <a:xfrm xmlns:a="http://schemas.openxmlformats.org/drawingml/2006/main">
            <a:off x="533400" y="2228850"/>
            <a:ext cx="2590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111A34"/>
                </a:solidFill>
              </a:defRPr>
            </a:defPPr>
            <a:lvl1pPr>
              <a:defRPr sz="2025" b="1">
                <a:solidFill>
                  <a:srgbClr val="111A34"/>
                </a:solidFill>
              </a:defRPr>
            </a:lvl1pPr>
            <a:lvl2pPr>
              <a:defRPr sz="2025" b="1">
                <a:solidFill>
                  <a:srgbClr val="111A34"/>
                </a:solidFill>
              </a:defRPr>
            </a:lvl2pPr>
            <a:lvl3pPr>
              <a:defRPr sz="2025" b="1">
                <a:solidFill>
                  <a:srgbClr val="111A34"/>
                </a:solidFill>
              </a:defRPr>
            </a:lvl3pPr>
            <a:lvl4pPr>
              <a:defRPr sz="2025" b="1">
                <a:solidFill>
                  <a:srgbClr val="111A34"/>
                </a:solidFill>
              </a:defRPr>
            </a:lvl4pPr>
            <a:lvl5pPr>
              <a:defRPr sz="2025" b="1">
                <a:solidFill>
                  <a:srgbClr val="111A34"/>
                </a:solidFill>
              </a:defRPr>
            </a:lvl5pPr>
            <a:lvl6pPr>
              <a:defRPr sz="2025" b="1">
                <a:solidFill>
                  <a:srgbClr val="111A34"/>
                </a:solidFill>
              </a:defRPr>
            </a:lvl6pPr>
            <a:lvl7pPr>
              <a:defRPr sz="2025" b="1">
                <a:solidFill>
                  <a:srgbClr val="111A34"/>
                </a:solidFill>
              </a:defRPr>
            </a:lvl7pPr>
            <a:lvl8pPr>
              <a:defRPr sz="2025" b="1">
                <a:solidFill>
                  <a:srgbClr val="111A34"/>
                </a:solidFill>
              </a:defRPr>
            </a:lvl8pPr>
            <a:lvl9pPr>
              <a:defRPr sz="2025" b="1">
                <a:solidFill>
                  <a:srgbClr val="111A34"/>
                </a:solidFill>
              </a:defRPr>
            </a:lvl9pPr>
          </a:lstStyle>
          <a:p xmlns:a="http://schemas.openxmlformats.org/drawingml/2006/main">
            <a:pPr>
              <a:defRPr sz="2025" b="1">
                <a:solidFill>
                  <a:srgbClr val="111A34"/>
                </a:solidFill>
              </a:defRPr>
            </a:pPr>
            <a:r>
              <a:rPr sz="2025" b="1">
                <a:solidFill>
                  <a:srgbClr val="111A34"/>
                </a:solidFill>
              </a:rPr>
              <a:t>KOSHA API</a:t>
            </a:r>
          </a:p>
        </p:txBody>
      </p:sp>
      <p:sp>
        <p:nvSpPr>
          <p:cNvPr id="7" name="">
            <a:extLst xmlns:a="http://schemas.openxmlformats.org/drawingml/2006/main">
              <a:ext uri="{FF2B5EF4-FFF2-40B4-BE49-F238E27FC236}">
                <a16:creationId xmlns:a16="http://schemas.microsoft.com/office/drawing/2014/main" id="{174DDCCA-EBBE-483A-AD50-D75BE1137628}"/>
              </a:ext>
            </a:extLst>
          </p:cNvPr>
          <p:cNvSpPr>
            <a:spLocks xmlns:a="http://schemas.openxmlformats.org/drawingml/2006/main" noGrp="1"/>
          </p:cNvSpPr>
          <p:nvPr/>
        </p:nvSpPr>
        <p:spPr>
          <a:xfrm xmlns:a="http://schemas.openxmlformats.org/drawingml/2006/main">
            <a:off x="533400" y="2676525"/>
            <a:ext cx="2590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5A6680"/>
                </a:solidFill>
              </a:defRPr>
            </a:defPPr>
            <a:lvl1pPr>
              <a:defRPr sz="1500" b="0">
                <a:solidFill>
                  <a:srgbClr val="5A6680"/>
                </a:solidFill>
              </a:defRPr>
            </a:lvl1pPr>
            <a:lvl2pPr>
              <a:defRPr sz="1500" b="0">
                <a:solidFill>
                  <a:srgbClr val="5A6680"/>
                </a:solidFill>
              </a:defRPr>
            </a:lvl2pPr>
            <a:lvl3pPr>
              <a:defRPr sz="1500" b="0">
                <a:solidFill>
                  <a:srgbClr val="5A6680"/>
                </a:solidFill>
              </a:defRPr>
            </a:lvl3pPr>
            <a:lvl4pPr>
              <a:defRPr sz="1500" b="0">
                <a:solidFill>
                  <a:srgbClr val="5A6680"/>
                </a:solidFill>
              </a:defRPr>
            </a:lvl4pPr>
            <a:lvl5pPr>
              <a:defRPr sz="1500" b="0">
                <a:solidFill>
                  <a:srgbClr val="5A6680"/>
                </a:solidFill>
              </a:defRPr>
            </a:lvl5pPr>
            <a:lvl6pPr>
              <a:defRPr sz="1500" b="0">
                <a:solidFill>
                  <a:srgbClr val="5A6680"/>
                </a:solidFill>
              </a:defRPr>
            </a:lvl6pPr>
            <a:lvl7pPr>
              <a:defRPr sz="1500" b="0">
                <a:solidFill>
                  <a:srgbClr val="5A6680"/>
                </a:solidFill>
              </a:defRPr>
            </a:lvl7pPr>
            <a:lvl8pPr>
              <a:defRPr sz="1500" b="0">
                <a:solidFill>
                  <a:srgbClr val="5A6680"/>
                </a:solidFill>
              </a:defRPr>
            </a:lvl8pPr>
            <a:lvl9pPr>
              <a:defRPr sz="1500" b="0">
                <a:solidFill>
                  <a:srgbClr val="5A6680"/>
                </a:solidFill>
              </a:defRPr>
            </a:lvl9pPr>
          </a:lstStyle>
          <a:p xmlns:a="http://schemas.openxmlformats.org/drawingml/2006/main">
            <a:pPr>
              <a:defRPr sz="1500" b="0">
                <a:solidFill>
                  <a:srgbClr val="5A6680"/>
                </a:solidFill>
              </a:defRPr>
            </a:pPr>
            <a:r>
              <a:rPr sz="1500" b="0">
                <a:solidFill>
                  <a:srgbClr val="5A6680"/>
                </a:solidFill>
              </a:rPr>
              <a:t>MSDS 항목</a:t>
            </a:r>
          </a:p>
        </p:txBody>
      </p:sp>
      <p:sp>
        <p:nvSpPr>
          <p:cNvPr id="8" name="">
            <a:extLst xmlns:a="http://schemas.openxmlformats.org/drawingml/2006/main">
              <a:ext uri="{FF2B5EF4-FFF2-40B4-BE49-F238E27FC236}">
                <a16:creationId xmlns:a16="http://schemas.microsoft.com/office/drawing/2014/main" id="{8AA0F7C7-B9D9-4CB9-A924-B6073A77C4FB}"/>
              </a:ext>
            </a:extLst>
          </p:cNvPr>
          <p:cNvSpPr>
            <a:spLocks xmlns:a="http://schemas.openxmlformats.org/drawingml/2006/main" noGrp="1"/>
          </p:cNvSpPr>
          <p:nvPr/>
        </p:nvSpPr>
        <p:spPr>
          <a:xfrm xmlns:a="http://schemas.openxmlformats.org/drawingml/2006/main">
            <a:off x="533400" y="3162300"/>
            <a:ext cx="2590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111A34"/>
                </a:solidFill>
              </a:defRPr>
            </a:defPPr>
            <a:lvl1pPr>
              <a:defRPr sz="2025" b="1">
                <a:solidFill>
                  <a:srgbClr val="111A34"/>
                </a:solidFill>
              </a:defRPr>
            </a:lvl1pPr>
            <a:lvl2pPr>
              <a:defRPr sz="2025" b="1">
                <a:solidFill>
                  <a:srgbClr val="111A34"/>
                </a:solidFill>
              </a:defRPr>
            </a:lvl2pPr>
            <a:lvl3pPr>
              <a:defRPr sz="2025" b="1">
                <a:solidFill>
                  <a:srgbClr val="111A34"/>
                </a:solidFill>
              </a:defRPr>
            </a:lvl3pPr>
            <a:lvl4pPr>
              <a:defRPr sz="2025" b="1">
                <a:solidFill>
                  <a:srgbClr val="111A34"/>
                </a:solidFill>
              </a:defRPr>
            </a:lvl4pPr>
            <a:lvl5pPr>
              <a:defRPr sz="2025" b="1">
                <a:solidFill>
                  <a:srgbClr val="111A34"/>
                </a:solidFill>
              </a:defRPr>
            </a:lvl5pPr>
            <a:lvl6pPr>
              <a:defRPr sz="2025" b="1">
                <a:solidFill>
                  <a:srgbClr val="111A34"/>
                </a:solidFill>
              </a:defRPr>
            </a:lvl6pPr>
            <a:lvl7pPr>
              <a:defRPr sz="2025" b="1">
                <a:solidFill>
                  <a:srgbClr val="111A34"/>
                </a:solidFill>
              </a:defRPr>
            </a:lvl7pPr>
            <a:lvl8pPr>
              <a:defRPr sz="2025" b="1">
                <a:solidFill>
                  <a:srgbClr val="111A34"/>
                </a:solidFill>
              </a:defRPr>
            </a:lvl8pPr>
            <a:lvl9pPr>
              <a:defRPr sz="2025" b="1">
                <a:solidFill>
                  <a:srgbClr val="111A34"/>
                </a:solidFill>
              </a:defRPr>
            </a:lvl9pPr>
          </a:lstStyle>
          <a:p xmlns:a="http://schemas.openxmlformats.org/drawingml/2006/main">
            <a:pPr>
              <a:defRPr sz="2025" b="1">
                <a:solidFill>
                  <a:srgbClr val="111A34"/>
                </a:solidFill>
              </a:defRPr>
            </a:pPr>
            <a:r>
              <a:rPr sz="2025" b="1">
                <a:solidFill>
                  <a:srgbClr val="111A34"/>
                </a:solidFill>
              </a:rPr>
              <a:t>NIOSH PDF</a:t>
            </a:r>
          </a:p>
        </p:txBody>
      </p:sp>
      <p:sp>
        <p:nvSpPr>
          <p:cNvPr id="9" name="">
            <a:extLst xmlns:a="http://schemas.openxmlformats.org/drawingml/2006/main">
              <a:ext uri="{FF2B5EF4-FFF2-40B4-BE49-F238E27FC236}">
                <a16:creationId xmlns:a16="http://schemas.microsoft.com/office/drawing/2014/main" id="{91A0D3F7-0DA3-4EB2-8D90-9D1FE0634F5A}"/>
              </a:ext>
            </a:extLst>
          </p:cNvPr>
          <p:cNvSpPr>
            <a:spLocks xmlns:a="http://schemas.openxmlformats.org/drawingml/2006/main" noGrp="1"/>
          </p:cNvSpPr>
          <p:nvPr/>
        </p:nvSpPr>
        <p:spPr>
          <a:xfrm xmlns:a="http://schemas.openxmlformats.org/drawingml/2006/main">
            <a:off x="533400" y="3609975"/>
            <a:ext cx="2590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5A6680"/>
                </a:solidFill>
              </a:defRPr>
            </a:defPPr>
            <a:lvl1pPr>
              <a:defRPr sz="1500" b="0">
                <a:solidFill>
                  <a:srgbClr val="5A6680"/>
                </a:solidFill>
              </a:defRPr>
            </a:lvl1pPr>
            <a:lvl2pPr>
              <a:defRPr sz="1500" b="0">
                <a:solidFill>
                  <a:srgbClr val="5A6680"/>
                </a:solidFill>
              </a:defRPr>
            </a:lvl2pPr>
            <a:lvl3pPr>
              <a:defRPr sz="1500" b="0">
                <a:solidFill>
                  <a:srgbClr val="5A6680"/>
                </a:solidFill>
              </a:defRPr>
            </a:lvl3pPr>
            <a:lvl4pPr>
              <a:defRPr sz="1500" b="0">
                <a:solidFill>
                  <a:srgbClr val="5A6680"/>
                </a:solidFill>
              </a:defRPr>
            </a:lvl4pPr>
            <a:lvl5pPr>
              <a:defRPr sz="1500" b="0">
                <a:solidFill>
                  <a:srgbClr val="5A6680"/>
                </a:solidFill>
              </a:defRPr>
            </a:lvl5pPr>
            <a:lvl6pPr>
              <a:defRPr sz="1500" b="0">
                <a:solidFill>
                  <a:srgbClr val="5A6680"/>
                </a:solidFill>
              </a:defRPr>
            </a:lvl6pPr>
            <a:lvl7pPr>
              <a:defRPr sz="1500" b="0">
                <a:solidFill>
                  <a:srgbClr val="5A6680"/>
                </a:solidFill>
              </a:defRPr>
            </a:lvl7pPr>
            <a:lvl8pPr>
              <a:defRPr sz="1500" b="0">
                <a:solidFill>
                  <a:srgbClr val="5A6680"/>
                </a:solidFill>
              </a:defRPr>
            </a:lvl8pPr>
            <a:lvl9pPr>
              <a:defRPr sz="1500" b="0">
                <a:solidFill>
                  <a:srgbClr val="5A6680"/>
                </a:solidFill>
              </a:defRPr>
            </a:lvl9pPr>
          </a:lstStyle>
          <a:p xmlns:a="http://schemas.openxmlformats.org/drawingml/2006/main">
            <a:pPr>
              <a:defRPr sz="1500" b="0">
                <a:solidFill>
                  <a:srgbClr val="5A6680"/>
                </a:solidFill>
              </a:defRPr>
            </a:pPr>
            <a:r>
              <a:rPr sz="1500" b="0">
                <a:solidFill>
                  <a:srgbClr val="5A6680"/>
                </a:solidFill>
              </a:rPr>
              <a:t>노출·증상</a:t>
            </a:r>
          </a:p>
        </p:txBody>
      </p:sp>
      <p:sp>
        <p:nvSpPr>
          <p:cNvPr id="10" name="">
            <a:extLst xmlns:a="http://schemas.openxmlformats.org/drawingml/2006/main">
              <a:ext uri="{FF2B5EF4-FFF2-40B4-BE49-F238E27FC236}">
                <a16:creationId xmlns:a16="http://schemas.microsoft.com/office/drawing/2014/main" id="{476C2649-2FCA-469A-A112-07B96BBE6F1F}"/>
              </a:ext>
            </a:extLst>
          </p:cNvPr>
          <p:cNvSpPr>
            <a:spLocks xmlns:a="http://schemas.openxmlformats.org/drawingml/2006/main" noGrp="1"/>
          </p:cNvSpPr>
          <p:nvPr/>
        </p:nvSpPr>
        <p:spPr>
          <a:xfrm xmlns:a="http://schemas.openxmlformats.org/drawingml/2006/main">
            <a:off x="3114675" y="2790825"/>
            <a:ext cx="714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225" b="1">
                <a:solidFill>
                  <a:srgbClr val="4638CA"/>
                </a:solidFill>
              </a:defRPr>
            </a:defPPr>
            <a:lvl1pPr>
              <a:defRPr sz="3225" b="1">
                <a:solidFill>
                  <a:srgbClr val="4638CA"/>
                </a:solidFill>
              </a:defRPr>
            </a:lvl1pPr>
            <a:lvl2pPr>
              <a:defRPr sz="3225" b="1">
                <a:solidFill>
                  <a:srgbClr val="4638CA"/>
                </a:solidFill>
              </a:defRPr>
            </a:lvl2pPr>
            <a:lvl3pPr>
              <a:defRPr sz="3225" b="1">
                <a:solidFill>
                  <a:srgbClr val="4638CA"/>
                </a:solidFill>
              </a:defRPr>
            </a:lvl3pPr>
            <a:lvl4pPr>
              <a:defRPr sz="3225" b="1">
                <a:solidFill>
                  <a:srgbClr val="4638CA"/>
                </a:solidFill>
              </a:defRPr>
            </a:lvl4pPr>
            <a:lvl5pPr>
              <a:defRPr sz="3225" b="1">
                <a:solidFill>
                  <a:srgbClr val="4638CA"/>
                </a:solidFill>
              </a:defRPr>
            </a:lvl5pPr>
            <a:lvl6pPr>
              <a:defRPr sz="3225" b="1">
                <a:solidFill>
                  <a:srgbClr val="4638CA"/>
                </a:solidFill>
              </a:defRPr>
            </a:lvl6pPr>
            <a:lvl7pPr>
              <a:defRPr sz="3225" b="1">
                <a:solidFill>
                  <a:srgbClr val="4638CA"/>
                </a:solidFill>
              </a:defRPr>
            </a:lvl7pPr>
            <a:lvl8pPr>
              <a:defRPr sz="3225" b="1">
                <a:solidFill>
                  <a:srgbClr val="4638CA"/>
                </a:solidFill>
              </a:defRPr>
            </a:lvl8pPr>
            <a:lvl9pPr>
              <a:defRPr sz="3225" b="1">
                <a:solidFill>
                  <a:srgbClr val="4638CA"/>
                </a:solidFill>
              </a:defRPr>
            </a:lvl9pPr>
          </a:lstStyle>
          <a:p xmlns:a="http://schemas.openxmlformats.org/drawingml/2006/main">
            <a:pPr>
              <a:defRPr sz="3225" b="1">
                <a:solidFill>
                  <a:srgbClr val="4638CA"/>
                </a:solidFill>
              </a:defRPr>
            </a:pPr>
            <a:r>
              <a:rPr sz="3225" b="1">
                <a:solidFill>
                  <a:srgbClr val="4638CA"/>
                </a:solidFill>
              </a:rPr>
              <a:t>→</a:t>
            </a:r>
          </a:p>
        </p:txBody>
      </p:sp>
      <p:sp>
        <p:nvSpPr>
          <p:cNvPr id="11" name="">
            <a:extLst xmlns:a="http://schemas.openxmlformats.org/drawingml/2006/main">
              <a:ext uri="{FF2B5EF4-FFF2-40B4-BE49-F238E27FC236}">
                <a16:creationId xmlns:a16="http://schemas.microsoft.com/office/drawing/2014/main" id="{EA00DF6B-EC10-4B50-81FA-6795FA61552F}"/>
              </a:ext>
            </a:extLst>
          </p:cNvPr>
          <p:cNvSpPr>
            <a:spLocks xmlns:a="http://schemas.openxmlformats.org/drawingml/2006/main" noGrp="1"/>
          </p:cNvSpPr>
          <p:nvPr/>
        </p:nvSpPr>
        <p:spPr>
          <a:xfrm xmlns:a="http://schemas.openxmlformats.org/drawingml/2006/main">
            <a:off x="4248150" y="2619375"/>
            <a:ext cx="2524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950" b="1">
                <a:solidFill>
                  <a:srgbClr val="111A34"/>
                </a:solidFill>
              </a:defRPr>
            </a:defPPr>
            <a:lvl1pPr>
              <a:defRPr sz="1950" b="1">
                <a:solidFill>
                  <a:srgbClr val="111A34"/>
                </a:solidFill>
              </a:defRPr>
            </a:lvl1pPr>
            <a:lvl2pPr>
              <a:defRPr sz="1950" b="1">
                <a:solidFill>
                  <a:srgbClr val="111A34"/>
                </a:solidFill>
              </a:defRPr>
            </a:lvl2pPr>
            <a:lvl3pPr>
              <a:defRPr sz="1950" b="1">
                <a:solidFill>
                  <a:srgbClr val="111A34"/>
                </a:solidFill>
              </a:defRPr>
            </a:lvl3pPr>
            <a:lvl4pPr>
              <a:defRPr sz="1950" b="1">
                <a:solidFill>
                  <a:srgbClr val="111A34"/>
                </a:solidFill>
              </a:defRPr>
            </a:lvl4pPr>
            <a:lvl5pPr>
              <a:defRPr sz="1950" b="1">
                <a:solidFill>
                  <a:srgbClr val="111A34"/>
                </a:solidFill>
              </a:defRPr>
            </a:lvl5pPr>
            <a:lvl6pPr>
              <a:defRPr sz="1950" b="1">
                <a:solidFill>
                  <a:srgbClr val="111A34"/>
                </a:solidFill>
              </a:defRPr>
            </a:lvl6pPr>
            <a:lvl7pPr>
              <a:defRPr sz="1950" b="1">
                <a:solidFill>
                  <a:srgbClr val="111A34"/>
                </a:solidFill>
              </a:defRPr>
            </a:lvl7pPr>
            <a:lvl8pPr>
              <a:defRPr sz="1950" b="1">
                <a:solidFill>
                  <a:srgbClr val="111A34"/>
                </a:solidFill>
              </a:defRPr>
            </a:lvl8pPr>
            <a:lvl9pPr>
              <a:defRPr sz="1950" b="1">
                <a:solidFill>
                  <a:srgbClr val="111A34"/>
                </a:solidFill>
              </a:defRPr>
            </a:lvl9pPr>
          </a:lstStyle>
          <a:p xmlns:a="http://schemas.openxmlformats.org/drawingml/2006/main">
            <a:pPr>
              <a:defRPr sz="1950" b="1">
                <a:solidFill>
                  <a:srgbClr val="111A34"/>
                </a:solidFill>
              </a:defRPr>
            </a:pPr>
            <a:r>
              <a:rPr sz="1950" b="1">
                <a:solidFill>
                  <a:srgbClr val="111A34"/>
                </a:solidFill>
              </a:rPr>
              <a:t>데이터 파이프라인</a:t>
            </a:r>
          </a:p>
        </p:txBody>
      </p:sp>
      <p:sp>
        <p:nvSpPr>
          <p:cNvPr id="12" name="">
            <a:extLst xmlns:a="http://schemas.openxmlformats.org/drawingml/2006/main">
              <a:ext uri="{FF2B5EF4-FFF2-40B4-BE49-F238E27FC236}">
                <a16:creationId xmlns:a16="http://schemas.microsoft.com/office/drawing/2014/main" id="{6057A07D-77C1-4C74-9A9F-EAF7B86D23C1}"/>
              </a:ext>
            </a:extLst>
          </p:cNvPr>
          <p:cNvSpPr>
            <a:spLocks xmlns:a="http://schemas.openxmlformats.org/drawingml/2006/main" noGrp="1"/>
          </p:cNvSpPr>
          <p:nvPr/>
        </p:nvSpPr>
        <p:spPr>
          <a:xfrm xmlns:a="http://schemas.openxmlformats.org/drawingml/2006/main">
            <a:off x="4248150" y="3143250"/>
            <a:ext cx="2524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5A6680"/>
                </a:solidFill>
              </a:defRPr>
            </a:defPPr>
            <a:lvl1pPr>
              <a:defRPr sz="1575" b="0">
                <a:solidFill>
                  <a:srgbClr val="5A6680"/>
                </a:solidFill>
              </a:defRPr>
            </a:lvl1pPr>
            <a:lvl2pPr>
              <a:defRPr sz="1575" b="0">
                <a:solidFill>
                  <a:srgbClr val="5A6680"/>
                </a:solidFill>
              </a:defRPr>
            </a:lvl2pPr>
            <a:lvl3pPr>
              <a:defRPr sz="1575" b="0">
                <a:solidFill>
                  <a:srgbClr val="5A6680"/>
                </a:solidFill>
              </a:defRPr>
            </a:lvl3pPr>
            <a:lvl4pPr>
              <a:defRPr sz="1575" b="0">
                <a:solidFill>
                  <a:srgbClr val="5A6680"/>
                </a:solidFill>
              </a:defRPr>
            </a:lvl4pPr>
            <a:lvl5pPr>
              <a:defRPr sz="1575" b="0">
                <a:solidFill>
                  <a:srgbClr val="5A6680"/>
                </a:solidFill>
              </a:defRPr>
            </a:lvl5pPr>
            <a:lvl6pPr>
              <a:defRPr sz="1575" b="0">
                <a:solidFill>
                  <a:srgbClr val="5A6680"/>
                </a:solidFill>
              </a:defRPr>
            </a:lvl6pPr>
            <a:lvl7pPr>
              <a:defRPr sz="1575" b="0">
                <a:solidFill>
                  <a:srgbClr val="5A6680"/>
                </a:solidFill>
              </a:defRPr>
            </a:lvl7pPr>
            <a:lvl8pPr>
              <a:defRPr sz="1575" b="0">
                <a:solidFill>
                  <a:srgbClr val="5A6680"/>
                </a:solidFill>
              </a:defRPr>
            </a:lvl8pPr>
            <a:lvl9pPr>
              <a:defRPr sz="1575" b="0">
                <a:solidFill>
                  <a:srgbClr val="5A6680"/>
                </a:solidFill>
              </a:defRPr>
            </a:lvl9pPr>
          </a:lstStyle>
          <a:p xmlns:a="http://schemas.openxmlformats.org/drawingml/2006/main">
            <a:pPr>
              <a:defRPr sz="1575" b="0">
                <a:solidFill>
                  <a:srgbClr val="5A6680"/>
                </a:solidFill>
              </a:defRPr>
            </a:pPr>
            <a:r>
              <a:rPr sz="1575" b="0">
                <a:solidFill>
                  <a:srgbClr val="5A6680"/>
                </a:solidFill>
              </a:rPr>
              <a:t>수집·정제·청킹</a:t>
            </a:r>
          </a:p>
        </p:txBody>
      </p:sp>
      <p:sp>
        <p:nvSpPr>
          <p:cNvPr id="13" name="">
            <a:extLst xmlns:a="http://schemas.openxmlformats.org/drawingml/2006/main">
              <a:ext uri="{FF2B5EF4-FFF2-40B4-BE49-F238E27FC236}">
                <a16:creationId xmlns:a16="http://schemas.microsoft.com/office/drawing/2014/main" id="{C18AB7EC-B12F-4D5E-8666-355AF9AA687A}"/>
              </a:ext>
            </a:extLst>
          </p:cNvPr>
          <p:cNvSpPr>
            <a:spLocks xmlns:a="http://schemas.openxmlformats.org/drawingml/2006/main" noGrp="1"/>
          </p:cNvSpPr>
          <p:nvPr/>
        </p:nvSpPr>
        <p:spPr>
          <a:xfrm xmlns:a="http://schemas.openxmlformats.org/drawingml/2006/main">
            <a:off x="6896100" y="2790825"/>
            <a:ext cx="714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225" b="1">
                <a:solidFill>
                  <a:srgbClr val="4638CA"/>
                </a:solidFill>
              </a:defRPr>
            </a:defPPr>
            <a:lvl1pPr>
              <a:defRPr sz="3225" b="1">
                <a:solidFill>
                  <a:srgbClr val="4638CA"/>
                </a:solidFill>
              </a:defRPr>
            </a:lvl1pPr>
            <a:lvl2pPr>
              <a:defRPr sz="3225" b="1">
                <a:solidFill>
                  <a:srgbClr val="4638CA"/>
                </a:solidFill>
              </a:defRPr>
            </a:lvl2pPr>
            <a:lvl3pPr>
              <a:defRPr sz="3225" b="1">
                <a:solidFill>
                  <a:srgbClr val="4638CA"/>
                </a:solidFill>
              </a:defRPr>
            </a:lvl3pPr>
            <a:lvl4pPr>
              <a:defRPr sz="3225" b="1">
                <a:solidFill>
                  <a:srgbClr val="4638CA"/>
                </a:solidFill>
              </a:defRPr>
            </a:lvl4pPr>
            <a:lvl5pPr>
              <a:defRPr sz="3225" b="1">
                <a:solidFill>
                  <a:srgbClr val="4638CA"/>
                </a:solidFill>
              </a:defRPr>
            </a:lvl5pPr>
            <a:lvl6pPr>
              <a:defRPr sz="3225" b="1">
                <a:solidFill>
                  <a:srgbClr val="4638CA"/>
                </a:solidFill>
              </a:defRPr>
            </a:lvl6pPr>
            <a:lvl7pPr>
              <a:defRPr sz="3225" b="1">
                <a:solidFill>
                  <a:srgbClr val="4638CA"/>
                </a:solidFill>
              </a:defRPr>
            </a:lvl7pPr>
            <a:lvl8pPr>
              <a:defRPr sz="3225" b="1">
                <a:solidFill>
                  <a:srgbClr val="4638CA"/>
                </a:solidFill>
              </a:defRPr>
            </a:lvl8pPr>
            <a:lvl9pPr>
              <a:defRPr sz="3225" b="1">
                <a:solidFill>
                  <a:srgbClr val="4638CA"/>
                </a:solidFill>
              </a:defRPr>
            </a:lvl9pPr>
          </a:lstStyle>
          <a:p xmlns:a="http://schemas.openxmlformats.org/drawingml/2006/main">
            <a:pPr>
              <a:defRPr sz="3225" b="1">
                <a:solidFill>
                  <a:srgbClr val="4638CA"/>
                </a:solidFill>
              </a:defRPr>
            </a:pPr>
            <a:r>
              <a:rPr sz="3225" b="1">
                <a:solidFill>
                  <a:srgbClr val="4638CA"/>
                </a:solidFill>
              </a:rPr>
              <a:t>→</a:t>
            </a:r>
          </a:p>
        </p:txBody>
      </p:sp>
      <p:sp>
        <p:nvSpPr>
          <p:cNvPr id="14" name="">
            <a:extLst xmlns:a="http://schemas.openxmlformats.org/drawingml/2006/main">
              <a:ext uri="{FF2B5EF4-FFF2-40B4-BE49-F238E27FC236}">
                <a16:creationId xmlns:a16="http://schemas.microsoft.com/office/drawing/2014/main" id="{B63BCE13-6BCB-477B-BF32-9298837492DB}"/>
              </a:ext>
            </a:extLst>
          </p:cNvPr>
          <p:cNvSpPr>
            <a:spLocks xmlns:a="http://schemas.openxmlformats.org/drawingml/2006/main" noGrp="1"/>
          </p:cNvSpPr>
          <p:nvPr/>
        </p:nvSpPr>
        <p:spPr>
          <a:xfrm xmlns:a="http://schemas.openxmlformats.org/drawingml/2006/main">
            <a:off x="8020050" y="2619375"/>
            <a:ext cx="3467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111A34"/>
                </a:solidFill>
              </a:defRPr>
            </a:defPPr>
            <a:lvl1pPr>
              <a:defRPr sz="2025" b="1">
                <a:solidFill>
                  <a:srgbClr val="111A34"/>
                </a:solidFill>
              </a:defRPr>
            </a:lvl1pPr>
            <a:lvl2pPr>
              <a:defRPr sz="2025" b="1">
                <a:solidFill>
                  <a:srgbClr val="111A34"/>
                </a:solidFill>
              </a:defRPr>
            </a:lvl2pPr>
            <a:lvl3pPr>
              <a:defRPr sz="2025" b="1">
                <a:solidFill>
                  <a:srgbClr val="111A34"/>
                </a:solidFill>
              </a:defRPr>
            </a:lvl3pPr>
            <a:lvl4pPr>
              <a:defRPr sz="2025" b="1">
                <a:solidFill>
                  <a:srgbClr val="111A34"/>
                </a:solidFill>
              </a:defRPr>
            </a:lvl4pPr>
            <a:lvl5pPr>
              <a:defRPr sz="2025" b="1">
                <a:solidFill>
                  <a:srgbClr val="111A34"/>
                </a:solidFill>
              </a:defRPr>
            </a:lvl5pPr>
            <a:lvl6pPr>
              <a:defRPr sz="2025" b="1">
                <a:solidFill>
                  <a:srgbClr val="111A34"/>
                </a:solidFill>
              </a:defRPr>
            </a:lvl6pPr>
            <a:lvl7pPr>
              <a:defRPr sz="2025" b="1">
                <a:solidFill>
                  <a:srgbClr val="111A34"/>
                </a:solidFill>
              </a:defRPr>
            </a:lvl7pPr>
            <a:lvl8pPr>
              <a:defRPr sz="2025" b="1">
                <a:solidFill>
                  <a:srgbClr val="111A34"/>
                </a:solidFill>
              </a:defRPr>
            </a:lvl8pPr>
            <a:lvl9pPr>
              <a:defRPr sz="2025" b="1">
                <a:solidFill>
                  <a:srgbClr val="111A34"/>
                </a:solidFill>
              </a:defRPr>
            </a:lvl9pPr>
          </a:lstStyle>
          <a:p xmlns:a="http://schemas.openxmlformats.org/drawingml/2006/main">
            <a:pPr>
              <a:defRPr sz="2025" b="1">
                <a:solidFill>
                  <a:srgbClr val="111A34"/>
                </a:solidFill>
              </a:defRPr>
            </a:pPr>
            <a:r>
              <a:rPr sz="2025" b="1">
                <a:solidFill>
                  <a:srgbClr val="111A34"/>
                </a:solidFill>
              </a:rPr>
              <a:t>BGE-M3 + FAISS</a:t>
            </a:r>
          </a:p>
        </p:txBody>
      </p:sp>
      <p:sp>
        <p:nvSpPr>
          <p:cNvPr id="15" name="">
            <a:extLst xmlns:a="http://schemas.openxmlformats.org/drawingml/2006/main">
              <a:ext uri="{FF2B5EF4-FFF2-40B4-BE49-F238E27FC236}">
                <a16:creationId xmlns:a16="http://schemas.microsoft.com/office/drawing/2014/main" id="{1295AAC5-6F0A-4498-B8B5-55743478FEE2}"/>
              </a:ext>
            </a:extLst>
          </p:cNvPr>
          <p:cNvSpPr>
            <a:spLocks xmlns:a="http://schemas.openxmlformats.org/drawingml/2006/main" noGrp="1"/>
          </p:cNvSpPr>
          <p:nvPr/>
        </p:nvSpPr>
        <p:spPr>
          <a:xfrm xmlns:a="http://schemas.openxmlformats.org/drawingml/2006/main">
            <a:off x="8020050" y="3143250"/>
            <a:ext cx="3467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5A6680"/>
                </a:solidFill>
              </a:defRPr>
            </a:defPPr>
            <a:lvl1pPr>
              <a:defRPr sz="1575" b="0">
                <a:solidFill>
                  <a:srgbClr val="5A6680"/>
                </a:solidFill>
              </a:defRPr>
            </a:lvl1pPr>
            <a:lvl2pPr>
              <a:defRPr sz="1575" b="0">
                <a:solidFill>
                  <a:srgbClr val="5A6680"/>
                </a:solidFill>
              </a:defRPr>
            </a:lvl2pPr>
            <a:lvl3pPr>
              <a:defRPr sz="1575" b="0">
                <a:solidFill>
                  <a:srgbClr val="5A6680"/>
                </a:solidFill>
              </a:defRPr>
            </a:lvl3pPr>
            <a:lvl4pPr>
              <a:defRPr sz="1575" b="0">
                <a:solidFill>
                  <a:srgbClr val="5A6680"/>
                </a:solidFill>
              </a:defRPr>
            </a:lvl4pPr>
            <a:lvl5pPr>
              <a:defRPr sz="1575" b="0">
                <a:solidFill>
                  <a:srgbClr val="5A6680"/>
                </a:solidFill>
              </a:defRPr>
            </a:lvl5pPr>
            <a:lvl6pPr>
              <a:defRPr sz="1575" b="0">
                <a:solidFill>
                  <a:srgbClr val="5A6680"/>
                </a:solidFill>
              </a:defRPr>
            </a:lvl6pPr>
            <a:lvl7pPr>
              <a:defRPr sz="1575" b="0">
                <a:solidFill>
                  <a:srgbClr val="5A6680"/>
                </a:solidFill>
              </a:defRPr>
            </a:lvl7pPr>
            <a:lvl8pPr>
              <a:defRPr sz="1575" b="0">
                <a:solidFill>
                  <a:srgbClr val="5A6680"/>
                </a:solidFill>
              </a:defRPr>
            </a:lvl8pPr>
            <a:lvl9pPr>
              <a:defRPr sz="1575" b="0">
                <a:solidFill>
                  <a:srgbClr val="5A6680"/>
                </a:solidFill>
              </a:defRPr>
            </a:lvl9pPr>
          </a:lstStyle>
          <a:p xmlns:a="http://schemas.openxmlformats.org/drawingml/2006/main">
            <a:pPr>
              <a:defRPr sz="1575" b="0">
                <a:solidFill>
                  <a:srgbClr val="5A6680"/>
                </a:solidFill>
              </a:defRPr>
            </a:pPr>
            <a:r>
              <a:rPr sz="1575" b="0">
                <a:solidFill>
                  <a:srgbClr val="5A6680"/>
                </a:solidFill>
              </a:rPr>
              <a:t>임베딩·색인</a:t>
            </a:r>
          </a:p>
        </p:txBody>
      </p:sp>
      <p:sp>
        <p:nvSpPr>
          <p:cNvPr id="16" name="">
            <a:extLst xmlns:a="http://schemas.openxmlformats.org/drawingml/2006/main">
              <a:ext uri="{FF2B5EF4-FFF2-40B4-BE49-F238E27FC236}">
                <a16:creationId xmlns:a16="http://schemas.microsoft.com/office/drawing/2014/main" id="{FF75DABF-FA8A-45BC-8718-5026E5D56829}"/>
              </a:ext>
            </a:extLst>
          </p:cNvPr>
          <p:cNvSpPr>
            <a:spLocks xmlns:a="http://schemas.openxmlformats.org/drawingml/2006/main" noGrp="1"/>
          </p:cNvSpPr>
          <p:nvPr/>
        </p:nvSpPr>
        <p:spPr>
          <a:xfrm xmlns:a="http://schemas.openxmlformats.org/drawingml/2006/main">
            <a:off x="533400" y="3981450"/>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25E5426-F9AD-447C-94C0-73708B26B2EE}"/>
              </a:ext>
            </a:extLst>
          </p:cNvPr>
          <p:cNvSpPr>
            <a:spLocks xmlns:a="http://schemas.openxmlformats.org/drawingml/2006/main" noGrp="1"/>
          </p:cNvSpPr>
          <p:nvPr/>
        </p:nvSpPr>
        <p:spPr>
          <a:xfrm xmlns:a="http://schemas.openxmlformats.org/drawingml/2006/main">
            <a:off x="533400" y="4371975"/>
            <a:ext cx="1038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127253"/>
                </a:solidFill>
              </a:defRPr>
            </a:defPPr>
            <a:lvl1pPr>
              <a:defRPr sz="1875" b="1">
                <a:solidFill>
                  <a:srgbClr val="127253"/>
                </a:solidFill>
              </a:defRPr>
            </a:lvl1pPr>
            <a:lvl2pPr>
              <a:defRPr sz="1875" b="1">
                <a:solidFill>
                  <a:srgbClr val="127253"/>
                </a:solidFill>
              </a:defRPr>
            </a:lvl2pPr>
            <a:lvl3pPr>
              <a:defRPr sz="1875" b="1">
                <a:solidFill>
                  <a:srgbClr val="127253"/>
                </a:solidFill>
              </a:defRPr>
            </a:lvl3pPr>
            <a:lvl4pPr>
              <a:defRPr sz="1875" b="1">
                <a:solidFill>
                  <a:srgbClr val="127253"/>
                </a:solidFill>
              </a:defRPr>
            </a:lvl4pPr>
            <a:lvl5pPr>
              <a:defRPr sz="1875" b="1">
                <a:solidFill>
                  <a:srgbClr val="127253"/>
                </a:solidFill>
              </a:defRPr>
            </a:lvl5pPr>
            <a:lvl6pPr>
              <a:defRPr sz="1875" b="1">
                <a:solidFill>
                  <a:srgbClr val="127253"/>
                </a:solidFill>
              </a:defRPr>
            </a:lvl6pPr>
            <a:lvl7pPr>
              <a:defRPr sz="1875" b="1">
                <a:solidFill>
                  <a:srgbClr val="127253"/>
                </a:solidFill>
              </a:defRPr>
            </a:lvl7pPr>
            <a:lvl8pPr>
              <a:defRPr sz="1875" b="1">
                <a:solidFill>
                  <a:srgbClr val="127253"/>
                </a:solidFill>
              </a:defRPr>
            </a:lvl8pPr>
            <a:lvl9pPr>
              <a:defRPr sz="1875" b="1">
                <a:solidFill>
                  <a:srgbClr val="127253"/>
                </a:solidFill>
              </a:defRPr>
            </a:lvl9pPr>
          </a:lstStyle>
          <a:p xmlns:a="http://schemas.openxmlformats.org/drawingml/2006/main">
            <a:pPr>
              <a:defRPr sz="1875" b="1">
                <a:solidFill>
                  <a:srgbClr val="127253"/>
                </a:solidFill>
              </a:defRPr>
            </a:pPr>
            <a:r>
              <a:rPr sz="1875" b="1">
                <a:solidFill>
                  <a:srgbClr val="127253"/>
                </a:solidFill>
              </a:rPr>
              <a:t>청킹 개선: “자료 없음” 제외 + 모든 분할 청크에 물질명·CAS·항목 유지</a:t>
            </a:r>
          </a:p>
        </p:txBody>
      </p:sp>
      <p:sp>
        <p:nvSpPr>
          <p:cNvPr id="18" name="">
            <a:extLst xmlns:a="http://schemas.openxmlformats.org/drawingml/2006/main">
              <a:ext uri="{FF2B5EF4-FFF2-40B4-BE49-F238E27FC236}">
                <a16:creationId xmlns:a16="http://schemas.microsoft.com/office/drawing/2014/main" id="{44393523-5E42-464F-9E1D-7B82D7F5A65D}"/>
              </a:ext>
            </a:extLst>
          </p:cNvPr>
          <p:cNvSpPr>
            <a:spLocks xmlns:a="http://schemas.openxmlformats.org/drawingml/2006/main" noGrp="1"/>
          </p:cNvSpPr>
          <p:nvPr/>
        </p:nvSpPr>
        <p:spPr>
          <a:xfrm xmlns:a="http://schemas.openxmlformats.org/drawingml/2006/main">
            <a:off x="533400" y="49720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5A6680"/>
                </a:solidFill>
              </a:defRPr>
            </a:defPPr>
            <a:lvl1pPr>
              <a:defRPr sz="1575" b="0">
                <a:solidFill>
                  <a:srgbClr val="5A6680"/>
                </a:solidFill>
              </a:defRPr>
            </a:lvl1pPr>
            <a:lvl2pPr>
              <a:defRPr sz="1575" b="0">
                <a:solidFill>
                  <a:srgbClr val="5A6680"/>
                </a:solidFill>
              </a:defRPr>
            </a:lvl2pPr>
            <a:lvl3pPr>
              <a:defRPr sz="1575" b="0">
                <a:solidFill>
                  <a:srgbClr val="5A6680"/>
                </a:solidFill>
              </a:defRPr>
            </a:lvl3pPr>
            <a:lvl4pPr>
              <a:defRPr sz="1575" b="0">
                <a:solidFill>
                  <a:srgbClr val="5A6680"/>
                </a:solidFill>
              </a:defRPr>
            </a:lvl4pPr>
            <a:lvl5pPr>
              <a:defRPr sz="1575" b="0">
                <a:solidFill>
                  <a:srgbClr val="5A6680"/>
                </a:solidFill>
              </a:defRPr>
            </a:lvl5pPr>
            <a:lvl6pPr>
              <a:defRPr sz="1575" b="0">
                <a:solidFill>
                  <a:srgbClr val="5A6680"/>
                </a:solidFill>
              </a:defRPr>
            </a:lvl6pPr>
            <a:lvl7pPr>
              <a:defRPr sz="1575" b="0">
                <a:solidFill>
                  <a:srgbClr val="5A6680"/>
                </a:solidFill>
              </a:defRPr>
            </a:lvl7pPr>
            <a:lvl8pPr>
              <a:defRPr sz="1575" b="0">
                <a:solidFill>
                  <a:srgbClr val="5A6680"/>
                </a:solidFill>
              </a:defRPr>
            </a:lvl8pPr>
            <a:lvl9pPr>
              <a:defRPr sz="1575" b="0">
                <a:solidFill>
                  <a:srgbClr val="5A6680"/>
                </a:solidFill>
              </a:defRPr>
            </a:lvl9pPr>
          </a:lstStyle>
          <a:p xmlns:a="http://schemas.openxmlformats.org/drawingml/2006/main">
            <a:pPr>
              <a:defRPr sz="1575" b="0">
                <a:solidFill>
                  <a:srgbClr val="5A6680"/>
                </a:solidFill>
              </a:defRPr>
            </a:pPr>
            <a:r>
              <a:rPr sz="1575" b="0">
                <a:solidFill>
                  <a:srgbClr val="5A6680"/>
                </a:solidFill>
              </a:rPr>
              <a:t>원문 자료는 유지하고 검색 인덱스의 불필요한 청크를 줄였다</a:t>
            </a:r>
          </a:p>
        </p:txBody>
      </p:sp>
    </p:spTree>
    <p:extLst>
      <p:ext uri="{BB962C8B-B14F-4D97-AF65-F5344CB8AC3E}">
        <p14:creationId xmlns:p14="http://schemas.microsoft.com/office/powerpoint/2010/main" val="16023615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71E0BAE-7369-4215-83D6-3CD15F0CEABD}"/>
              </a:ext>
            </a:extLst>
          </p:cNvPr>
          <p:cNvSpPr>
            <a:spLocks xmlns:a="http://schemas.openxmlformats.org/drawingml/2006/main" noGrp="1"/>
          </p:cNvSpPr>
          <p:nvPr/>
        </p:nvSpPr>
        <p:spPr>
          <a:xfrm xmlns:a="http://schemas.openxmlformats.org/drawingml/2006/main">
            <a:off x="533400" y="2571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4638CA"/>
                </a:solidFill>
              </a:defRPr>
            </a:defPPr>
            <a:lvl1pPr>
              <a:defRPr sz="1200" b="1">
                <a:solidFill>
                  <a:srgbClr val="4638CA"/>
                </a:solidFill>
              </a:defRPr>
            </a:lvl1pPr>
            <a:lvl2pPr>
              <a:defRPr sz="1200" b="1">
                <a:solidFill>
                  <a:srgbClr val="4638CA"/>
                </a:solidFill>
              </a:defRPr>
            </a:lvl2pPr>
            <a:lvl3pPr>
              <a:defRPr sz="1200" b="1">
                <a:solidFill>
                  <a:srgbClr val="4638CA"/>
                </a:solidFill>
              </a:defRPr>
            </a:lvl3pPr>
            <a:lvl4pPr>
              <a:defRPr sz="1200" b="1">
                <a:solidFill>
                  <a:srgbClr val="4638CA"/>
                </a:solidFill>
              </a:defRPr>
            </a:lvl4pPr>
            <a:lvl5pPr>
              <a:defRPr sz="1200" b="1">
                <a:solidFill>
                  <a:srgbClr val="4638CA"/>
                </a:solidFill>
              </a:defRPr>
            </a:lvl5pPr>
            <a:lvl6pPr>
              <a:defRPr sz="1200" b="1">
                <a:solidFill>
                  <a:srgbClr val="4638CA"/>
                </a:solidFill>
              </a:defRPr>
            </a:lvl6pPr>
            <a:lvl7pPr>
              <a:defRPr sz="1200" b="1">
                <a:solidFill>
                  <a:srgbClr val="4638CA"/>
                </a:solidFill>
              </a:defRPr>
            </a:lvl7pPr>
            <a:lvl8pPr>
              <a:defRPr sz="1200" b="1">
                <a:solidFill>
                  <a:srgbClr val="4638CA"/>
                </a:solidFill>
              </a:defRPr>
            </a:lvl8pPr>
            <a:lvl9pPr>
              <a:defRPr sz="1200" b="1">
                <a:solidFill>
                  <a:srgbClr val="4638CA"/>
                </a:solidFill>
              </a:defRPr>
            </a:lvl9pPr>
          </a:lstStyle>
          <a:p xmlns:a="http://schemas.openxmlformats.org/drawingml/2006/main">
            <a:pPr>
              <a:defRPr sz="1200" b="1">
                <a:solidFill>
                  <a:srgbClr val="4638CA"/>
                </a:solidFill>
              </a:defRPr>
            </a:pPr>
            <a:r>
              <a:rPr sz="1200" b="1">
                <a:solidFill>
                  <a:srgbClr val="4638CA"/>
                </a:solidFill>
              </a:rPr>
              <a:t>TOK,TALK  /  아키텍처  ·  2분</a:t>
            </a:r>
          </a:p>
        </p:txBody>
      </p:sp>
      <p:sp>
        <p:nvSpPr>
          <p:cNvPr id="2" name="">
            <a:extLst xmlns:a="http://schemas.openxmlformats.org/drawingml/2006/main">
              <a:ext uri="{FF2B5EF4-FFF2-40B4-BE49-F238E27FC236}">
                <a16:creationId xmlns:a16="http://schemas.microsoft.com/office/drawing/2014/main" id="{B8A6099C-23E3-4FEA-A6F6-70D08673BBEB}"/>
              </a:ext>
            </a:extLst>
          </p:cNvPr>
          <p:cNvSpPr>
            <a:spLocks xmlns:a="http://schemas.openxmlformats.org/drawingml/2006/main" noGrp="1"/>
          </p:cNvSpPr>
          <p:nvPr/>
        </p:nvSpPr>
        <p:spPr>
          <a:xfrm xmlns:a="http://schemas.openxmlformats.org/drawingml/2006/main">
            <a:off x="533400" y="733425"/>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111A34"/>
                </a:solidFill>
              </a:defRPr>
            </a:defPPr>
            <a:lvl1pPr>
              <a:defRPr sz="3000" b="1">
                <a:solidFill>
                  <a:srgbClr val="111A34"/>
                </a:solidFill>
              </a:defRPr>
            </a:lvl1pPr>
            <a:lvl2pPr>
              <a:defRPr sz="3000" b="1">
                <a:solidFill>
                  <a:srgbClr val="111A34"/>
                </a:solidFill>
              </a:defRPr>
            </a:lvl2pPr>
            <a:lvl3pPr>
              <a:defRPr sz="3000" b="1">
                <a:solidFill>
                  <a:srgbClr val="111A34"/>
                </a:solidFill>
              </a:defRPr>
            </a:lvl3pPr>
            <a:lvl4pPr>
              <a:defRPr sz="3000" b="1">
                <a:solidFill>
                  <a:srgbClr val="111A34"/>
                </a:solidFill>
              </a:defRPr>
            </a:lvl4pPr>
            <a:lvl5pPr>
              <a:defRPr sz="3000" b="1">
                <a:solidFill>
                  <a:srgbClr val="111A34"/>
                </a:solidFill>
              </a:defRPr>
            </a:lvl5pPr>
            <a:lvl6pPr>
              <a:defRPr sz="3000" b="1">
                <a:solidFill>
                  <a:srgbClr val="111A34"/>
                </a:solidFill>
              </a:defRPr>
            </a:lvl6pPr>
            <a:lvl7pPr>
              <a:defRPr sz="3000" b="1">
                <a:solidFill>
                  <a:srgbClr val="111A34"/>
                </a:solidFill>
              </a:defRPr>
            </a:lvl7pPr>
            <a:lvl8pPr>
              <a:defRPr sz="3000" b="1">
                <a:solidFill>
                  <a:srgbClr val="111A34"/>
                </a:solidFill>
              </a:defRPr>
            </a:lvl8pPr>
            <a:lvl9pPr>
              <a:defRPr sz="3000" b="1">
                <a:solidFill>
                  <a:srgbClr val="111A34"/>
                </a:solidFill>
              </a:defRPr>
            </a:lvl9pPr>
          </a:lstStyle>
          <a:p xmlns:a="http://schemas.openxmlformats.org/drawingml/2006/main">
            <a:pPr>
              <a:defRPr sz="3000" b="1">
                <a:solidFill>
                  <a:srgbClr val="111A34"/>
                </a:solidFill>
              </a:defRPr>
            </a:pPr>
            <a:r>
              <a:rPr sz="3000" b="1">
                <a:solidFill>
                  <a:srgbClr val="111A34"/>
                </a:solidFill>
              </a:rPr>
              <a:t>현재 두 답변 경로는 분리되어 있다</a:t>
            </a:r>
          </a:p>
        </p:txBody>
      </p:sp>
      <p:sp>
        <p:nvSpPr>
          <p:cNvPr id="3" name="">
            <a:extLst xmlns:a="http://schemas.openxmlformats.org/drawingml/2006/main">
              <a:ext uri="{FF2B5EF4-FFF2-40B4-BE49-F238E27FC236}">
                <a16:creationId xmlns:a16="http://schemas.microsoft.com/office/drawing/2014/main" id="{64A36D2F-4B39-467C-B44C-4B09DFEF252C}"/>
              </a:ext>
            </a:extLst>
          </p:cNvPr>
          <p:cNvSpPr>
            <a:spLocks xmlns:a="http://schemas.openxmlformats.org/drawingml/2006/main" noGrp="1"/>
          </p:cNvSpPr>
          <p:nvPr/>
        </p:nvSpPr>
        <p:spPr>
          <a:xfrm xmlns:a="http://schemas.openxmlformats.org/drawingml/2006/main">
            <a:off x="533400" y="1533525"/>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23C6687-4036-4349-BC73-728EB37ACE22}"/>
              </a:ext>
            </a:extLst>
          </p:cNvPr>
          <p:cNvSpPr>
            <a:spLocks xmlns:a="http://schemas.openxmlformats.org/drawingml/2006/main" noGrp="1"/>
          </p:cNvSpPr>
          <p:nvPr/>
        </p:nvSpPr>
        <p:spPr>
          <a:xfrm xmlns:a="http://schemas.openxmlformats.org/drawingml/2006/main">
            <a:off x="533400" y="6381750"/>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defRPr sz="1125" b="0">
                <a:solidFill>
                  <a:srgbClr val="5A6680"/>
                </a:solidFill>
              </a:defRPr>
            </a:lvl1pPr>
            <a:lvl2pPr>
              <a:defRPr sz="1125" b="0">
                <a:solidFill>
                  <a:srgbClr val="5A6680"/>
                </a:solidFill>
              </a:defRPr>
            </a:lvl2pPr>
            <a:lvl3pPr>
              <a:defRPr sz="1125" b="0">
                <a:solidFill>
                  <a:srgbClr val="5A6680"/>
                </a:solidFill>
              </a:defRPr>
            </a:lvl3pPr>
            <a:lvl4pPr>
              <a:defRPr sz="1125" b="0">
                <a:solidFill>
                  <a:srgbClr val="5A6680"/>
                </a:solidFill>
              </a:defRPr>
            </a:lvl4pPr>
            <a:lvl5pPr>
              <a:defRPr sz="1125" b="0">
                <a:solidFill>
                  <a:srgbClr val="5A6680"/>
                </a:solidFill>
              </a:defRPr>
            </a:lvl5pPr>
            <a:lvl6pPr>
              <a:defRPr sz="1125" b="0">
                <a:solidFill>
                  <a:srgbClr val="5A6680"/>
                </a:solidFill>
              </a:defRPr>
            </a:lvl6pPr>
            <a:lvl7pPr>
              <a:defRPr sz="1125" b="0">
                <a:solidFill>
                  <a:srgbClr val="5A6680"/>
                </a:solidFill>
              </a:defRPr>
            </a:lvl7pPr>
            <a:lvl8pPr>
              <a:defRPr sz="1125" b="0">
                <a:solidFill>
                  <a:srgbClr val="5A6680"/>
                </a:solidFill>
              </a:defRPr>
            </a:lvl8pPr>
            <a:lvl9pPr>
              <a:defRPr sz="1125" b="0">
                <a:solidFill>
                  <a:srgbClr val="5A6680"/>
                </a:solidFill>
              </a:defRPr>
            </a:lvl9pPr>
          </a:lstStyle>
          <a:p xmlns:a="http://schemas.openxmlformats.org/drawingml/2006/main">
            <a:pPr>
              <a:defRPr sz="1125" b="0">
                <a:solidFill>
                  <a:srgbClr val="5A6680"/>
                </a:solidFill>
              </a:defRPr>
            </a:pPr>
            <a:r>
              <a:rPr sz="1125" b="0">
                <a:solidFill>
                  <a:srgbClr val="5A6680"/>
                </a:solidFill>
              </a:rPr>
              <a:t>tok-talk  |  연구실 화학물질 안전정보 도우미</a:t>
            </a:r>
          </a:p>
        </p:txBody>
      </p:sp>
      <p:sp>
        <p:nvSpPr>
          <p:cNvPr id="5" name="">
            <a:extLst xmlns:a="http://schemas.openxmlformats.org/drawingml/2006/main">
              <a:ext uri="{FF2B5EF4-FFF2-40B4-BE49-F238E27FC236}">
                <a16:creationId xmlns:a16="http://schemas.microsoft.com/office/drawing/2014/main" id="{EBD6CD76-3BDA-4989-A0F1-67D33ADE76FA}"/>
              </a:ext>
            </a:extLst>
          </p:cNvPr>
          <p:cNvSpPr>
            <a:spLocks xmlns:a="http://schemas.openxmlformats.org/drawingml/2006/main" noGrp="1"/>
          </p:cNvSpPr>
          <p:nvPr/>
        </p:nvSpPr>
        <p:spPr>
          <a:xfrm xmlns:a="http://schemas.openxmlformats.org/drawingml/2006/main">
            <a:off x="11010900" y="63817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defRPr sz="1125" b="0">
                <a:solidFill>
                  <a:srgbClr val="5A6680"/>
                </a:solidFill>
              </a:defRPr>
            </a:lvl1pPr>
            <a:lvl2pPr>
              <a:defRPr sz="1125" b="0">
                <a:solidFill>
                  <a:srgbClr val="5A6680"/>
                </a:solidFill>
              </a:defRPr>
            </a:lvl2pPr>
            <a:lvl3pPr>
              <a:defRPr sz="1125" b="0">
                <a:solidFill>
                  <a:srgbClr val="5A6680"/>
                </a:solidFill>
              </a:defRPr>
            </a:lvl3pPr>
            <a:lvl4pPr>
              <a:defRPr sz="1125" b="0">
                <a:solidFill>
                  <a:srgbClr val="5A6680"/>
                </a:solidFill>
              </a:defRPr>
            </a:lvl4pPr>
            <a:lvl5pPr>
              <a:defRPr sz="1125" b="0">
                <a:solidFill>
                  <a:srgbClr val="5A6680"/>
                </a:solidFill>
              </a:defRPr>
            </a:lvl5pPr>
            <a:lvl6pPr>
              <a:defRPr sz="1125" b="0">
                <a:solidFill>
                  <a:srgbClr val="5A6680"/>
                </a:solidFill>
              </a:defRPr>
            </a:lvl6pPr>
            <a:lvl7pPr>
              <a:defRPr sz="1125" b="0">
                <a:solidFill>
                  <a:srgbClr val="5A6680"/>
                </a:solidFill>
              </a:defRPr>
            </a:lvl7pPr>
            <a:lvl8pPr>
              <a:defRPr sz="1125" b="0">
                <a:solidFill>
                  <a:srgbClr val="5A6680"/>
                </a:solidFill>
              </a:defRPr>
            </a:lvl8pPr>
            <a:lvl9pPr>
              <a:defRPr sz="1125" b="0">
                <a:solidFill>
                  <a:srgbClr val="5A6680"/>
                </a:solidFill>
              </a:defRPr>
            </a:lvl9pPr>
          </a:lstStyle>
          <a:p xmlns:a="http://schemas.openxmlformats.org/drawingml/2006/main">
            <a:pPr>
              <a:defRPr sz="1125" b="0">
                <a:solidFill>
                  <a:srgbClr val="5A6680"/>
                </a:solidFill>
              </a:defRPr>
            </a:pPr>
            <a:r>
              <a:rPr sz="1125" b="0">
                <a:solidFill>
                  <a:srgbClr val="5A6680"/>
                </a:solidFill>
              </a:rPr>
              <a:t>05 / 09</a:t>
            </a:r>
          </a:p>
        </p:txBody>
      </p:sp>
      <p:sp>
        <p:nvSpPr>
          <p:cNvPr id="6" name="">
            <a:extLst xmlns:a="http://schemas.openxmlformats.org/drawingml/2006/main">
              <a:ext uri="{FF2B5EF4-FFF2-40B4-BE49-F238E27FC236}">
                <a16:creationId xmlns:a16="http://schemas.microsoft.com/office/drawing/2014/main" id="{B4D31176-27AA-41FA-A0F7-14605B3B7BC0}"/>
              </a:ext>
            </a:extLst>
          </p:cNvPr>
          <p:cNvSpPr>
            <a:spLocks xmlns:a="http://schemas.openxmlformats.org/drawingml/2006/main" noGrp="1"/>
          </p:cNvSpPr>
          <p:nvPr/>
        </p:nvSpPr>
        <p:spPr>
          <a:xfrm xmlns:a="http://schemas.openxmlformats.org/drawingml/2006/main">
            <a:off x="533400" y="2009775"/>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111A34"/>
                </a:solidFill>
              </a:defRPr>
            </a:defPPr>
            <a:lvl1pPr>
              <a:defRPr sz="2025" b="1">
                <a:solidFill>
                  <a:srgbClr val="111A34"/>
                </a:solidFill>
              </a:defRPr>
            </a:lvl1pPr>
            <a:lvl2pPr>
              <a:defRPr sz="2025" b="1">
                <a:solidFill>
                  <a:srgbClr val="111A34"/>
                </a:solidFill>
              </a:defRPr>
            </a:lvl2pPr>
            <a:lvl3pPr>
              <a:defRPr sz="2025" b="1">
                <a:solidFill>
                  <a:srgbClr val="111A34"/>
                </a:solidFill>
              </a:defRPr>
            </a:lvl3pPr>
            <a:lvl4pPr>
              <a:defRPr sz="2025" b="1">
                <a:solidFill>
                  <a:srgbClr val="111A34"/>
                </a:solidFill>
              </a:defRPr>
            </a:lvl4pPr>
            <a:lvl5pPr>
              <a:defRPr sz="2025" b="1">
                <a:solidFill>
                  <a:srgbClr val="111A34"/>
                </a:solidFill>
              </a:defRPr>
            </a:lvl5pPr>
            <a:lvl6pPr>
              <a:defRPr sz="2025" b="1">
                <a:solidFill>
                  <a:srgbClr val="111A34"/>
                </a:solidFill>
              </a:defRPr>
            </a:lvl6pPr>
            <a:lvl7pPr>
              <a:defRPr sz="2025" b="1">
                <a:solidFill>
                  <a:srgbClr val="111A34"/>
                </a:solidFill>
              </a:defRPr>
            </a:lvl7pPr>
            <a:lvl8pPr>
              <a:defRPr sz="2025" b="1">
                <a:solidFill>
                  <a:srgbClr val="111A34"/>
                </a:solidFill>
              </a:defRPr>
            </a:lvl8pPr>
            <a:lvl9pPr>
              <a:defRPr sz="2025" b="1">
                <a:solidFill>
                  <a:srgbClr val="111A34"/>
                </a:solidFill>
              </a:defRPr>
            </a:lvl9pPr>
          </a:lstStyle>
          <a:p xmlns:a="http://schemas.openxmlformats.org/drawingml/2006/main">
            <a:pPr>
              <a:defRPr sz="2025" b="1">
                <a:solidFill>
                  <a:srgbClr val="111A34"/>
                </a:solidFill>
              </a:defRPr>
            </a:pPr>
            <a:r>
              <a:rPr sz="2025" b="1">
                <a:solidFill>
                  <a:srgbClr val="111A34"/>
                </a:solidFill>
              </a:rPr>
              <a:t>Vue 질문 화면  →  FastAPI /chat-query  →  LLM 일반 답변</a:t>
            </a:r>
          </a:p>
        </p:txBody>
      </p:sp>
      <p:sp>
        <p:nvSpPr>
          <p:cNvPr id="7" name="">
            <a:extLst xmlns:a="http://schemas.openxmlformats.org/drawingml/2006/main">
              <a:ext uri="{FF2B5EF4-FFF2-40B4-BE49-F238E27FC236}">
                <a16:creationId xmlns:a16="http://schemas.microsoft.com/office/drawing/2014/main" id="{F9D234EA-3E97-4205-9965-14DB86242586}"/>
              </a:ext>
            </a:extLst>
          </p:cNvPr>
          <p:cNvSpPr>
            <a:spLocks xmlns:a="http://schemas.openxmlformats.org/drawingml/2006/main" noGrp="1"/>
          </p:cNvSpPr>
          <p:nvPr/>
        </p:nvSpPr>
        <p:spPr>
          <a:xfrm xmlns:a="http://schemas.openxmlformats.org/drawingml/2006/main">
            <a:off x="533400" y="2524125"/>
            <a:ext cx="10572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5A6680"/>
                </a:solidFill>
              </a:defRPr>
            </a:defPPr>
            <a:lvl1pPr>
              <a:defRPr sz="1575" b="0">
                <a:solidFill>
                  <a:srgbClr val="5A6680"/>
                </a:solidFill>
              </a:defRPr>
            </a:lvl1pPr>
            <a:lvl2pPr>
              <a:defRPr sz="1575" b="0">
                <a:solidFill>
                  <a:srgbClr val="5A6680"/>
                </a:solidFill>
              </a:defRPr>
            </a:lvl2pPr>
            <a:lvl3pPr>
              <a:defRPr sz="1575" b="0">
                <a:solidFill>
                  <a:srgbClr val="5A6680"/>
                </a:solidFill>
              </a:defRPr>
            </a:lvl3pPr>
            <a:lvl4pPr>
              <a:defRPr sz="1575" b="0">
                <a:solidFill>
                  <a:srgbClr val="5A6680"/>
                </a:solidFill>
              </a:defRPr>
            </a:lvl4pPr>
            <a:lvl5pPr>
              <a:defRPr sz="1575" b="0">
                <a:solidFill>
                  <a:srgbClr val="5A6680"/>
                </a:solidFill>
              </a:defRPr>
            </a:lvl5pPr>
            <a:lvl6pPr>
              <a:defRPr sz="1575" b="0">
                <a:solidFill>
                  <a:srgbClr val="5A6680"/>
                </a:solidFill>
              </a:defRPr>
            </a:lvl6pPr>
            <a:lvl7pPr>
              <a:defRPr sz="1575" b="0">
                <a:solidFill>
                  <a:srgbClr val="5A6680"/>
                </a:solidFill>
              </a:defRPr>
            </a:lvl7pPr>
            <a:lvl8pPr>
              <a:defRPr sz="1575" b="0">
                <a:solidFill>
                  <a:srgbClr val="5A6680"/>
                </a:solidFill>
              </a:defRPr>
            </a:lvl8pPr>
            <a:lvl9pPr>
              <a:defRPr sz="1575" b="0">
                <a:solidFill>
                  <a:srgbClr val="5A6680"/>
                </a:solidFill>
              </a:defRPr>
            </a:lvl9pPr>
          </a:lstStyle>
          <a:p xmlns:a="http://schemas.openxmlformats.org/drawingml/2006/main">
            <a:pPr>
              <a:defRPr sz="1575" b="0">
                <a:solidFill>
                  <a:srgbClr val="5A6680"/>
                </a:solidFill>
              </a:defRPr>
            </a:pPr>
            <a:r>
              <a:rPr sz="1575" b="0">
                <a:solidFill>
                  <a:srgbClr val="5A6680"/>
                </a:solidFill>
              </a:rPr>
              <a:t>현재 Vue 기본 질문 흐름 · KOSHA/FAISS 검색 없음</a:t>
            </a:r>
          </a:p>
        </p:txBody>
      </p:sp>
      <p:sp>
        <p:nvSpPr>
          <p:cNvPr id="8" name="">
            <a:extLst xmlns:a="http://schemas.openxmlformats.org/drawingml/2006/main">
              <a:ext uri="{FF2B5EF4-FFF2-40B4-BE49-F238E27FC236}">
                <a16:creationId xmlns:a16="http://schemas.microsoft.com/office/drawing/2014/main" id="{7BEF9436-8E47-4B7F-A6E3-E245921B0768}"/>
              </a:ext>
            </a:extLst>
          </p:cNvPr>
          <p:cNvSpPr>
            <a:spLocks xmlns:a="http://schemas.openxmlformats.org/drawingml/2006/main" noGrp="1"/>
          </p:cNvSpPr>
          <p:nvPr/>
        </p:nvSpPr>
        <p:spPr>
          <a:xfrm xmlns:a="http://schemas.openxmlformats.org/drawingml/2006/main">
            <a:off x="533400" y="3143250"/>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4EBF18E-5A92-4BA8-AFA5-E9C38D16A7EB}"/>
              </a:ext>
            </a:extLst>
          </p:cNvPr>
          <p:cNvSpPr>
            <a:spLocks xmlns:a="http://schemas.openxmlformats.org/drawingml/2006/main" noGrp="1"/>
          </p:cNvSpPr>
          <p:nvPr/>
        </p:nvSpPr>
        <p:spPr>
          <a:xfrm xmlns:a="http://schemas.openxmlformats.org/drawingml/2006/main">
            <a:off x="533400" y="3476625"/>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111A34"/>
                </a:solidFill>
              </a:defRPr>
            </a:defPPr>
            <a:lvl1pPr>
              <a:defRPr sz="2025" b="1">
                <a:solidFill>
                  <a:srgbClr val="111A34"/>
                </a:solidFill>
              </a:defRPr>
            </a:lvl1pPr>
            <a:lvl2pPr>
              <a:defRPr sz="2025" b="1">
                <a:solidFill>
                  <a:srgbClr val="111A34"/>
                </a:solidFill>
              </a:defRPr>
            </a:lvl2pPr>
            <a:lvl3pPr>
              <a:defRPr sz="2025" b="1">
                <a:solidFill>
                  <a:srgbClr val="111A34"/>
                </a:solidFill>
              </a:defRPr>
            </a:lvl3pPr>
            <a:lvl4pPr>
              <a:defRPr sz="2025" b="1">
                <a:solidFill>
                  <a:srgbClr val="111A34"/>
                </a:solidFill>
              </a:defRPr>
            </a:lvl4pPr>
            <a:lvl5pPr>
              <a:defRPr sz="2025" b="1">
                <a:solidFill>
                  <a:srgbClr val="111A34"/>
                </a:solidFill>
              </a:defRPr>
            </a:lvl5pPr>
            <a:lvl6pPr>
              <a:defRPr sz="2025" b="1">
                <a:solidFill>
                  <a:srgbClr val="111A34"/>
                </a:solidFill>
              </a:defRPr>
            </a:lvl6pPr>
            <a:lvl7pPr>
              <a:defRPr sz="2025" b="1">
                <a:solidFill>
                  <a:srgbClr val="111A34"/>
                </a:solidFill>
              </a:defRPr>
            </a:lvl7pPr>
            <a:lvl8pPr>
              <a:defRPr sz="2025" b="1">
                <a:solidFill>
                  <a:srgbClr val="111A34"/>
                </a:solidFill>
              </a:defRPr>
            </a:lvl8pPr>
            <a:lvl9pPr>
              <a:defRPr sz="2025" b="1">
                <a:solidFill>
                  <a:srgbClr val="111A34"/>
                </a:solidFill>
              </a:defRPr>
            </a:lvl9pPr>
          </a:lstStyle>
          <a:p xmlns:a="http://schemas.openxmlformats.org/drawingml/2006/main">
            <a:pPr>
              <a:defRPr sz="2025" b="1">
                <a:solidFill>
                  <a:srgbClr val="111A34"/>
                </a:solidFill>
              </a:defRPr>
            </a:pPr>
            <a:r>
              <a:rPr sz="2025" b="1">
                <a:solidFill>
                  <a:srgbClr val="111A34"/>
                </a:solidFill>
              </a:rPr>
              <a:t>RAG API  →  질문 항목 분해  →  FAISS 검색  →  근거 답변</a:t>
            </a:r>
          </a:p>
        </p:txBody>
      </p:sp>
      <p:sp>
        <p:nvSpPr>
          <p:cNvPr id="10" name="">
            <a:extLst xmlns:a="http://schemas.openxmlformats.org/drawingml/2006/main">
              <a:ext uri="{FF2B5EF4-FFF2-40B4-BE49-F238E27FC236}">
                <a16:creationId xmlns:a16="http://schemas.microsoft.com/office/drawing/2014/main" id="{B17742A3-C09B-45DA-8A2B-C0BF0247B815}"/>
              </a:ext>
            </a:extLst>
          </p:cNvPr>
          <p:cNvSpPr>
            <a:spLocks xmlns:a="http://schemas.openxmlformats.org/drawingml/2006/main" noGrp="1"/>
          </p:cNvSpPr>
          <p:nvPr/>
        </p:nvSpPr>
        <p:spPr>
          <a:xfrm xmlns:a="http://schemas.openxmlformats.org/drawingml/2006/main">
            <a:off x="533400" y="3981450"/>
            <a:ext cx="10668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5A6680"/>
                </a:solidFill>
              </a:defRPr>
            </a:defPPr>
            <a:lvl1pPr>
              <a:defRPr sz="1575" b="0">
                <a:solidFill>
                  <a:srgbClr val="5A6680"/>
                </a:solidFill>
              </a:defRPr>
            </a:lvl1pPr>
            <a:lvl2pPr>
              <a:defRPr sz="1575" b="0">
                <a:solidFill>
                  <a:srgbClr val="5A6680"/>
                </a:solidFill>
              </a:defRPr>
            </a:lvl2pPr>
            <a:lvl3pPr>
              <a:defRPr sz="1575" b="0">
                <a:solidFill>
                  <a:srgbClr val="5A6680"/>
                </a:solidFill>
              </a:defRPr>
            </a:lvl3pPr>
            <a:lvl4pPr>
              <a:defRPr sz="1575" b="0">
                <a:solidFill>
                  <a:srgbClr val="5A6680"/>
                </a:solidFill>
              </a:defRPr>
            </a:lvl4pPr>
            <a:lvl5pPr>
              <a:defRPr sz="1575" b="0">
                <a:solidFill>
                  <a:srgbClr val="5A6680"/>
                </a:solidFill>
              </a:defRPr>
            </a:lvl5pPr>
            <a:lvl6pPr>
              <a:defRPr sz="1575" b="0">
                <a:solidFill>
                  <a:srgbClr val="5A6680"/>
                </a:solidFill>
              </a:defRPr>
            </a:lvl6pPr>
            <a:lvl7pPr>
              <a:defRPr sz="1575" b="0">
                <a:solidFill>
                  <a:srgbClr val="5A6680"/>
                </a:solidFill>
              </a:defRPr>
            </a:lvl7pPr>
            <a:lvl8pPr>
              <a:defRPr sz="1575" b="0">
                <a:solidFill>
                  <a:srgbClr val="5A6680"/>
                </a:solidFill>
              </a:defRPr>
            </a:lvl8pPr>
            <a:lvl9pPr>
              <a:defRPr sz="1575" b="0">
                <a:solidFill>
                  <a:srgbClr val="5A6680"/>
                </a:solidFill>
              </a:defRPr>
            </a:lvl9pPr>
          </a:lstStyle>
          <a:p xmlns:a="http://schemas.openxmlformats.org/drawingml/2006/main">
            <a:pPr>
              <a:defRPr sz="1575" b="0">
                <a:solidFill>
                  <a:srgbClr val="5A6680"/>
                </a:solidFill>
              </a:defRPr>
            </a:pPr>
            <a:r>
              <a:rPr sz="1575" b="0">
                <a:solidFill>
                  <a:srgbClr val="5A6680"/>
                </a:solidFill>
              </a:rPr>
              <a:t>/rag-query/auto · 답변과 출처 반환 · Vue 기본 질문 화면 연결은 다음 단계</a:t>
            </a:r>
          </a:p>
        </p:txBody>
      </p:sp>
      <p:sp>
        <p:nvSpPr>
          <p:cNvPr id="11" name="">
            <a:extLst xmlns:a="http://schemas.openxmlformats.org/drawingml/2006/main">
              <a:ext uri="{FF2B5EF4-FFF2-40B4-BE49-F238E27FC236}">
                <a16:creationId xmlns:a16="http://schemas.microsoft.com/office/drawing/2014/main" id="{BAD1BAD9-4052-4986-9643-B06BE331E5BB}"/>
              </a:ext>
            </a:extLst>
          </p:cNvPr>
          <p:cNvSpPr>
            <a:spLocks xmlns:a="http://schemas.openxmlformats.org/drawingml/2006/main" noGrp="1"/>
          </p:cNvSpPr>
          <p:nvPr/>
        </p:nvSpPr>
        <p:spPr>
          <a:xfrm xmlns:a="http://schemas.openxmlformats.org/drawingml/2006/main">
            <a:off x="533400" y="4724400"/>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5E4A590-7C28-40EA-B7B7-52DE76FB336B}"/>
              </a:ext>
            </a:extLst>
          </p:cNvPr>
          <p:cNvSpPr>
            <a:spLocks xmlns:a="http://schemas.openxmlformats.org/drawingml/2006/main" noGrp="1"/>
          </p:cNvSpPr>
          <p:nvPr/>
        </p:nvSpPr>
        <p:spPr>
          <a:xfrm xmlns:a="http://schemas.openxmlformats.org/drawingml/2006/main">
            <a:off x="533400" y="5057775"/>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127253"/>
                </a:solidFill>
              </a:defRPr>
            </a:defPPr>
            <a:lvl1pPr>
              <a:defRPr sz="1800" b="1">
                <a:solidFill>
                  <a:srgbClr val="127253"/>
                </a:solidFill>
              </a:defRPr>
            </a:lvl1pPr>
            <a:lvl2pPr>
              <a:defRPr sz="1800" b="1">
                <a:solidFill>
                  <a:srgbClr val="127253"/>
                </a:solidFill>
              </a:defRPr>
            </a:lvl2pPr>
            <a:lvl3pPr>
              <a:defRPr sz="1800" b="1">
                <a:solidFill>
                  <a:srgbClr val="127253"/>
                </a:solidFill>
              </a:defRPr>
            </a:lvl3pPr>
            <a:lvl4pPr>
              <a:defRPr sz="1800" b="1">
                <a:solidFill>
                  <a:srgbClr val="127253"/>
                </a:solidFill>
              </a:defRPr>
            </a:lvl4pPr>
            <a:lvl5pPr>
              <a:defRPr sz="1800" b="1">
                <a:solidFill>
                  <a:srgbClr val="127253"/>
                </a:solidFill>
              </a:defRPr>
            </a:lvl5pPr>
            <a:lvl6pPr>
              <a:defRPr sz="1800" b="1">
                <a:solidFill>
                  <a:srgbClr val="127253"/>
                </a:solidFill>
              </a:defRPr>
            </a:lvl6pPr>
            <a:lvl7pPr>
              <a:defRPr sz="1800" b="1">
                <a:solidFill>
                  <a:srgbClr val="127253"/>
                </a:solidFill>
              </a:defRPr>
            </a:lvl7pPr>
            <a:lvl8pPr>
              <a:defRPr sz="1800" b="1">
                <a:solidFill>
                  <a:srgbClr val="127253"/>
                </a:solidFill>
              </a:defRPr>
            </a:lvl8pPr>
            <a:lvl9pPr>
              <a:defRPr sz="1800" b="1">
                <a:solidFill>
                  <a:srgbClr val="127253"/>
                </a:solidFill>
              </a:defRPr>
            </a:lvl9pPr>
          </a:lstStyle>
          <a:p xmlns:a="http://schemas.openxmlformats.org/drawingml/2006/main">
            <a:pPr>
              <a:defRPr sz="1800" b="1">
                <a:solidFill>
                  <a:srgbClr val="127253"/>
                </a:solidFill>
              </a:defRPr>
            </a:pPr>
            <a:r>
              <a:rPr sz="1800" b="1">
                <a:solidFill>
                  <a:srgbClr val="127253"/>
                </a:solidFill>
              </a:rPr>
              <a:t>Java 백엔드: 로그인과 토큰 발급</a:t>
            </a:r>
          </a:p>
        </p:txBody>
      </p:sp>
    </p:spTree>
    <p:extLst>
      <p:ext uri="{BB962C8B-B14F-4D97-AF65-F5344CB8AC3E}">
        <p14:creationId xmlns:p14="http://schemas.microsoft.com/office/powerpoint/2010/main" val="18294366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B0A25A4-D7EB-430D-BA20-9AC106BA6C29}"/>
              </a:ext>
            </a:extLst>
          </p:cNvPr>
          <p:cNvSpPr>
            <a:spLocks xmlns:a="http://schemas.openxmlformats.org/drawingml/2006/main" noGrp="1"/>
          </p:cNvSpPr>
          <p:nvPr/>
        </p:nvSpPr>
        <p:spPr>
          <a:xfrm xmlns:a="http://schemas.openxmlformats.org/drawingml/2006/main">
            <a:off x="533400" y="2571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4638CA"/>
                </a:solidFill>
              </a:defRPr>
            </a:defPPr>
            <a:lvl1pPr>
              <a:defRPr sz="1200" b="1">
                <a:solidFill>
                  <a:srgbClr val="4638CA"/>
                </a:solidFill>
              </a:defRPr>
            </a:lvl1pPr>
            <a:lvl2pPr>
              <a:defRPr sz="1200" b="1">
                <a:solidFill>
                  <a:srgbClr val="4638CA"/>
                </a:solidFill>
              </a:defRPr>
            </a:lvl2pPr>
            <a:lvl3pPr>
              <a:defRPr sz="1200" b="1">
                <a:solidFill>
                  <a:srgbClr val="4638CA"/>
                </a:solidFill>
              </a:defRPr>
            </a:lvl3pPr>
            <a:lvl4pPr>
              <a:defRPr sz="1200" b="1">
                <a:solidFill>
                  <a:srgbClr val="4638CA"/>
                </a:solidFill>
              </a:defRPr>
            </a:lvl4pPr>
            <a:lvl5pPr>
              <a:defRPr sz="1200" b="1">
                <a:solidFill>
                  <a:srgbClr val="4638CA"/>
                </a:solidFill>
              </a:defRPr>
            </a:lvl5pPr>
            <a:lvl6pPr>
              <a:defRPr sz="1200" b="1">
                <a:solidFill>
                  <a:srgbClr val="4638CA"/>
                </a:solidFill>
              </a:defRPr>
            </a:lvl6pPr>
            <a:lvl7pPr>
              <a:defRPr sz="1200" b="1">
                <a:solidFill>
                  <a:srgbClr val="4638CA"/>
                </a:solidFill>
              </a:defRPr>
            </a:lvl7pPr>
            <a:lvl8pPr>
              <a:defRPr sz="1200" b="1">
                <a:solidFill>
                  <a:srgbClr val="4638CA"/>
                </a:solidFill>
              </a:defRPr>
            </a:lvl8pPr>
            <a:lvl9pPr>
              <a:defRPr sz="1200" b="1">
                <a:solidFill>
                  <a:srgbClr val="4638CA"/>
                </a:solidFill>
              </a:defRPr>
            </a:lvl9pPr>
          </a:lstStyle>
          <a:p xmlns:a="http://schemas.openxmlformats.org/drawingml/2006/main">
            <a:pPr>
              <a:defRPr sz="1200" b="1">
                <a:solidFill>
                  <a:srgbClr val="4638CA"/>
                </a:solidFill>
              </a:defRPr>
            </a:pPr>
            <a:r>
              <a:rPr sz="1200" b="1">
                <a:solidFill>
                  <a:srgbClr val="4638CA"/>
                </a:solidFill>
              </a:rPr>
              <a:t>TOK,TALK  /  라이브 데모  ·  3분</a:t>
            </a:r>
          </a:p>
        </p:txBody>
      </p:sp>
      <p:sp>
        <p:nvSpPr>
          <p:cNvPr id="2" name="">
            <a:extLst xmlns:a="http://schemas.openxmlformats.org/drawingml/2006/main">
              <a:ext uri="{FF2B5EF4-FFF2-40B4-BE49-F238E27FC236}">
                <a16:creationId xmlns:a16="http://schemas.microsoft.com/office/drawing/2014/main" id="{C4AAF81C-4E4F-4ECE-B1B6-BD1E0E6CF4F8}"/>
              </a:ext>
            </a:extLst>
          </p:cNvPr>
          <p:cNvSpPr>
            <a:spLocks xmlns:a="http://schemas.openxmlformats.org/drawingml/2006/main" noGrp="1"/>
          </p:cNvSpPr>
          <p:nvPr/>
        </p:nvSpPr>
        <p:spPr>
          <a:xfrm xmlns:a="http://schemas.openxmlformats.org/drawingml/2006/main">
            <a:off x="533400" y="733425"/>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111A34"/>
                </a:solidFill>
              </a:defRPr>
            </a:defPPr>
            <a:lvl1pPr>
              <a:defRPr sz="3000" b="1">
                <a:solidFill>
                  <a:srgbClr val="111A34"/>
                </a:solidFill>
              </a:defRPr>
            </a:lvl1pPr>
            <a:lvl2pPr>
              <a:defRPr sz="3000" b="1">
                <a:solidFill>
                  <a:srgbClr val="111A34"/>
                </a:solidFill>
              </a:defRPr>
            </a:lvl2pPr>
            <a:lvl3pPr>
              <a:defRPr sz="3000" b="1">
                <a:solidFill>
                  <a:srgbClr val="111A34"/>
                </a:solidFill>
              </a:defRPr>
            </a:lvl3pPr>
            <a:lvl4pPr>
              <a:defRPr sz="3000" b="1">
                <a:solidFill>
                  <a:srgbClr val="111A34"/>
                </a:solidFill>
              </a:defRPr>
            </a:lvl4pPr>
            <a:lvl5pPr>
              <a:defRPr sz="3000" b="1">
                <a:solidFill>
                  <a:srgbClr val="111A34"/>
                </a:solidFill>
              </a:defRPr>
            </a:lvl5pPr>
            <a:lvl6pPr>
              <a:defRPr sz="3000" b="1">
                <a:solidFill>
                  <a:srgbClr val="111A34"/>
                </a:solidFill>
              </a:defRPr>
            </a:lvl6pPr>
            <a:lvl7pPr>
              <a:defRPr sz="3000" b="1">
                <a:solidFill>
                  <a:srgbClr val="111A34"/>
                </a:solidFill>
              </a:defRPr>
            </a:lvl7pPr>
            <a:lvl8pPr>
              <a:defRPr sz="3000" b="1">
                <a:solidFill>
                  <a:srgbClr val="111A34"/>
                </a:solidFill>
              </a:defRPr>
            </a:lvl8pPr>
            <a:lvl9pPr>
              <a:defRPr sz="3000" b="1">
                <a:solidFill>
                  <a:srgbClr val="111A34"/>
                </a:solidFill>
              </a:defRPr>
            </a:lvl9pPr>
          </a:lstStyle>
          <a:p xmlns:a="http://schemas.openxmlformats.org/drawingml/2006/main">
            <a:pPr>
              <a:defRPr sz="3000" b="1">
                <a:solidFill>
                  <a:srgbClr val="111A34"/>
                </a:solidFill>
              </a:defRPr>
            </a:pPr>
            <a:r>
              <a:rPr sz="3000" b="1">
                <a:solidFill>
                  <a:srgbClr val="111A34"/>
                </a:solidFill>
              </a:rPr>
              <a:t>정상 질문과 예외 질문을 함께 시연</a:t>
            </a:r>
          </a:p>
        </p:txBody>
      </p:sp>
      <p:sp>
        <p:nvSpPr>
          <p:cNvPr id="3" name="">
            <a:extLst xmlns:a="http://schemas.openxmlformats.org/drawingml/2006/main">
              <a:ext uri="{FF2B5EF4-FFF2-40B4-BE49-F238E27FC236}">
                <a16:creationId xmlns:a16="http://schemas.microsoft.com/office/drawing/2014/main" id="{A3C0DE7E-7310-41ED-AE05-F944BE4C29A1}"/>
              </a:ext>
            </a:extLst>
          </p:cNvPr>
          <p:cNvSpPr>
            <a:spLocks xmlns:a="http://schemas.openxmlformats.org/drawingml/2006/main" noGrp="1"/>
          </p:cNvSpPr>
          <p:nvPr/>
        </p:nvSpPr>
        <p:spPr>
          <a:xfrm xmlns:a="http://schemas.openxmlformats.org/drawingml/2006/main">
            <a:off x="533400" y="1533525"/>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A9867E5-3379-4FB7-9A58-68FADDCEA3AA}"/>
              </a:ext>
            </a:extLst>
          </p:cNvPr>
          <p:cNvSpPr>
            <a:spLocks xmlns:a="http://schemas.openxmlformats.org/drawingml/2006/main" noGrp="1"/>
          </p:cNvSpPr>
          <p:nvPr/>
        </p:nvSpPr>
        <p:spPr>
          <a:xfrm xmlns:a="http://schemas.openxmlformats.org/drawingml/2006/main">
            <a:off x="533400" y="6381750"/>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defRPr sz="1125" b="0">
                <a:solidFill>
                  <a:srgbClr val="5A6680"/>
                </a:solidFill>
              </a:defRPr>
            </a:lvl1pPr>
            <a:lvl2pPr>
              <a:defRPr sz="1125" b="0">
                <a:solidFill>
                  <a:srgbClr val="5A6680"/>
                </a:solidFill>
              </a:defRPr>
            </a:lvl2pPr>
            <a:lvl3pPr>
              <a:defRPr sz="1125" b="0">
                <a:solidFill>
                  <a:srgbClr val="5A6680"/>
                </a:solidFill>
              </a:defRPr>
            </a:lvl3pPr>
            <a:lvl4pPr>
              <a:defRPr sz="1125" b="0">
                <a:solidFill>
                  <a:srgbClr val="5A6680"/>
                </a:solidFill>
              </a:defRPr>
            </a:lvl4pPr>
            <a:lvl5pPr>
              <a:defRPr sz="1125" b="0">
                <a:solidFill>
                  <a:srgbClr val="5A6680"/>
                </a:solidFill>
              </a:defRPr>
            </a:lvl5pPr>
            <a:lvl6pPr>
              <a:defRPr sz="1125" b="0">
                <a:solidFill>
                  <a:srgbClr val="5A6680"/>
                </a:solidFill>
              </a:defRPr>
            </a:lvl6pPr>
            <a:lvl7pPr>
              <a:defRPr sz="1125" b="0">
                <a:solidFill>
                  <a:srgbClr val="5A6680"/>
                </a:solidFill>
              </a:defRPr>
            </a:lvl7pPr>
            <a:lvl8pPr>
              <a:defRPr sz="1125" b="0">
                <a:solidFill>
                  <a:srgbClr val="5A6680"/>
                </a:solidFill>
              </a:defRPr>
            </a:lvl8pPr>
            <a:lvl9pPr>
              <a:defRPr sz="1125" b="0">
                <a:solidFill>
                  <a:srgbClr val="5A6680"/>
                </a:solidFill>
              </a:defRPr>
            </a:lvl9pPr>
          </a:lstStyle>
          <a:p xmlns:a="http://schemas.openxmlformats.org/drawingml/2006/main">
            <a:pPr>
              <a:defRPr sz="1125" b="0">
                <a:solidFill>
                  <a:srgbClr val="5A6680"/>
                </a:solidFill>
              </a:defRPr>
            </a:pPr>
            <a:r>
              <a:rPr sz="1125" b="0">
                <a:solidFill>
                  <a:srgbClr val="5A6680"/>
                </a:solidFill>
              </a:rPr>
              <a:t>tok-talk  |  연구실 화학물질 안전정보 도우미</a:t>
            </a:r>
          </a:p>
        </p:txBody>
      </p:sp>
      <p:sp>
        <p:nvSpPr>
          <p:cNvPr id="5" name="">
            <a:extLst xmlns:a="http://schemas.openxmlformats.org/drawingml/2006/main">
              <a:ext uri="{FF2B5EF4-FFF2-40B4-BE49-F238E27FC236}">
                <a16:creationId xmlns:a16="http://schemas.microsoft.com/office/drawing/2014/main" id="{61C93510-D1C8-4CFC-9CE0-0D5EEC7BFF5B}"/>
              </a:ext>
            </a:extLst>
          </p:cNvPr>
          <p:cNvSpPr>
            <a:spLocks xmlns:a="http://schemas.openxmlformats.org/drawingml/2006/main" noGrp="1"/>
          </p:cNvSpPr>
          <p:nvPr/>
        </p:nvSpPr>
        <p:spPr>
          <a:xfrm xmlns:a="http://schemas.openxmlformats.org/drawingml/2006/main">
            <a:off x="11010900" y="63817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defRPr sz="1125" b="0">
                <a:solidFill>
                  <a:srgbClr val="5A6680"/>
                </a:solidFill>
              </a:defRPr>
            </a:lvl1pPr>
            <a:lvl2pPr>
              <a:defRPr sz="1125" b="0">
                <a:solidFill>
                  <a:srgbClr val="5A6680"/>
                </a:solidFill>
              </a:defRPr>
            </a:lvl2pPr>
            <a:lvl3pPr>
              <a:defRPr sz="1125" b="0">
                <a:solidFill>
                  <a:srgbClr val="5A6680"/>
                </a:solidFill>
              </a:defRPr>
            </a:lvl3pPr>
            <a:lvl4pPr>
              <a:defRPr sz="1125" b="0">
                <a:solidFill>
                  <a:srgbClr val="5A6680"/>
                </a:solidFill>
              </a:defRPr>
            </a:lvl4pPr>
            <a:lvl5pPr>
              <a:defRPr sz="1125" b="0">
                <a:solidFill>
                  <a:srgbClr val="5A6680"/>
                </a:solidFill>
              </a:defRPr>
            </a:lvl5pPr>
            <a:lvl6pPr>
              <a:defRPr sz="1125" b="0">
                <a:solidFill>
                  <a:srgbClr val="5A6680"/>
                </a:solidFill>
              </a:defRPr>
            </a:lvl6pPr>
            <a:lvl7pPr>
              <a:defRPr sz="1125" b="0">
                <a:solidFill>
                  <a:srgbClr val="5A6680"/>
                </a:solidFill>
              </a:defRPr>
            </a:lvl7pPr>
            <a:lvl8pPr>
              <a:defRPr sz="1125" b="0">
                <a:solidFill>
                  <a:srgbClr val="5A6680"/>
                </a:solidFill>
              </a:defRPr>
            </a:lvl8pPr>
            <a:lvl9pPr>
              <a:defRPr sz="1125" b="0">
                <a:solidFill>
                  <a:srgbClr val="5A6680"/>
                </a:solidFill>
              </a:defRPr>
            </a:lvl9pPr>
          </a:lstStyle>
          <a:p xmlns:a="http://schemas.openxmlformats.org/drawingml/2006/main">
            <a:pPr>
              <a:defRPr sz="1125" b="0">
                <a:solidFill>
                  <a:srgbClr val="5A6680"/>
                </a:solidFill>
              </a:defRPr>
            </a:pPr>
            <a:r>
              <a:rPr sz="1125" b="0">
                <a:solidFill>
                  <a:srgbClr val="5A6680"/>
                </a:solidFill>
              </a:rPr>
              <a:t>06 / 09</a:t>
            </a:r>
          </a:p>
        </p:txBody>
      </p:sp>
      <p:sp>
        <p:nvSpPr>
          <p:cNvPr id="6" name="">
            <a:extLst xmlns:a="http://schemas.openxmlformats.org/drawingml/2006/main">
              <a:ext uri="{FF2B5EF4-FFF2-40B4-BE49-F238E27FC236}">
                <a16:creationId xmlns:a16="http://schemas.microsoft.com/office/drawing/2014/main" id="{AE922FF1-8BCC-4F81-9874-3E218DEF19D8}"/>
              </a:ext>
            </a:extLst>
          </p:cNvPr>
          <p:cNvSpPr>
            <a:spLocks xmlns:a="http://schemas.openxmlformats.org/drawingml/2006/main" noGrp="1"/>
          </p:cNvSpPr>
          <p:nvPr/>
        </p:nvSpPr>
        <p:spPr>
          <a:xfrm xmlns:a="http://schemas.openxmlformats.org/drawingml/2006/main">
            <a:off x="533400" y="200025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4638CA"/>
                </a:solidFill>
              </a:defRPr>
            </a:defPPr>
            <a:lvl1pPr>
              <a:defRPr sz="3000" b="1">
                <a:solidFill>
                  <a:srgbClr val="4638CA"/>
                </a:solidFill>
              </a:defRPr>
            </a:lvl1pPr>
            <a:lvl2pPr>
              <a:defRPr sz="3000" b="1">
                <a:solidFill>
                  <a:srgbClr val="4638CA"/>
                </a:solidFill>
              </a:defRPr>
            </a:lvl2pPr>
            <a:lvl3pPr>
              <a:defRPr sz="3000" b="1">
                <a:solidFill>
                  <a:srgbClr val="4638CA"/>
                </a:solidFill>
              </a:defRPr>
            </a:lvl3pPr>
            <a:lvl4pPr>
              <a:defRPr sz="3000" b="1">
                <a:solidFill>
                  <a:srgbClr val="4638CA"/>
                </a:solidFill>
              </a:defRPr>
            </a:lvl4pPr>
            <a:lvl5pPr>
              <a:defRPr sz="3000" b="1">
                <a:solidFill>
                  <a:srgbClr val="4638CA"/>
                </a:solidFill>
              </a:defRPr>
            </a:lvl5pPr>
            <a:lvl6pPr>
              <a:defRPr sz="3000" b="1">
                <a:solidFill>
                  <a:srgbClr val="4638CA"/>
                </a:solidFill>
              </a:defRPr>
            </a:lvl6pPr>
            <a:lvl7pPr>
              <a:defRPr sz="3000" b="1">
                <a:solidFill>
                  <a:srgbClr val="4638CA"/>
                </a:solidFill>
              </a:defRPr>
            </a:lvl7pPr>
            <a:lvl8pPr>
              <a:defRPr sz="3000" b="1">
                <a:solidFill>
                  <a:srgbClr val="4638CA"/>
                </a:solidFill>
              </a:defRPr>
            </a:lvl8pPr>
            <a:lvl9pPr>
              <a:defRPr sz="3000" b="1">
                <a:solidFill>
                  <a:srgbClr val="4638CA"/>
                </a:solidFill>
              </a:defRPr>
            </a:lvl9pPr>
          </a:lstStyle>
          <a:p xmlns:a="http://schemas.openxmlformats.org/drawingml/2006/main">
            <a:pPr>
              <a:defRPr sz="3000" b="1">
                <a:solidFill>
                  <a:srgbClr val="4638CA"/>
                </a:solidFill>
              </a:defRPr>
            </a:pPr>
            <a:r>
              <a:rPr sz="3000" b="1">
                <a:solidFill>
                  <a:srgbClr val="4638CA"/>
                </a:solidFill>
              </a:rPr>
              <a:t>1</a:t>
            </a:r>
          </a:p>
        </p:txBody>
      </p:sp>
      <p:sp>
        <p:nvSpPr>
          <p:cNvPr id="7" name="">
            <a:extLst xmlns:a="http://schemas.openxmlformats.org/drawingml/2006/main">
              <a:ext uri="{FF2B5EF4-FFF2-40B4-BE49-F238E27FC236}">
                <a16:creationId xmlns:a16="http://schemas.microsoft.com/office/drawing/2014/main" id="{3ED0EFF8-9323-4E26-99C0-BB94593DC7CE}"/>
              </a:ext>
            </a:extLst>
          </p:cNvPr>
          <p:cNvSpPr>
            <a:spLocks xmlns:a="http://schemas.openxmlformats.org/drawingml/2006/main" noGrp="1"/>
          </p:cNvSpPr>
          <p:nvPr/>
        </p:nvSpPr>
        <p:spPr>
          <a:xfrm xmlns:a="http://schemas.openxmlformats.org/drawingml/2006/main">
            <a:off x="1343025" y="201930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75" b="1">
                <a:solidFill>
                  <a:srgbClr val="111A34"/>
                </a:solidFill>
              </a:defRPr>
            </a:defPPr>
            <a:lvl1pPr>
              <a:defRPr sz="2175" b="1">
                <a:solidFill>
                  <a:srgbClr val="111A34"/>
                </a:solidFill>
              </a:defRPr>
            </a:lvl1pPr>
            <a:lvl2pPr>
              <a:defRPr sz="2175" b="1">
                <a:solidFill>
                  <a:srgbClr val="111A34"/>
                </a:solidFill>
              </a:defRPr>
            </a:lvl2pPr>
            <a:lvl3pPr>
              <a:defRPr sz="2175" b="1">
                <a:solidFill>
                  <a:srgbClr val="111A34"/>
                </a:solidFill>
              </a:defRPr>
            </a:lvl3pPr>
            <a:lvl4pPr>
              <a:defRPr sz="2175" b="1">
                <a:solidFill>
                  <a:srgbClr val="111A34"/>
                </a:solidFill>
              </a:defRPr>
            </a:lvl4pPr>
            <a:lvl5pPr>
              <a:defRPr sz="2175" b="1">
                <a:solidFill>
                  <a:srgbClr val="111A34"/>
                </a:solidFill>
              </a:defRPr>
            </a:lvl5pPr>
            <a:lvl6pPr>
              <a:defRPr sz="2175" b="1">
                <a:solidFill>
                  <a:srgbClr val="111A34"/>
                </a:solidFill>
              </a:defRPr>
            </a:lvl6pPr>
            <a:lvl7pPr>
              <a:defRPr sz="2175" b="1">
                <a:solidFill>
                  <a:srgbClr val="111A34"/>
                </a:solidFill>
              </a:defRPr>
            </a:lvl7pPr>
            <a:lvl8pPr>
              <a:defRPr sz="2175" b="1">
                <a:solidFill>
                  <a:srgbClr val="111A34"/>
                </a:solidFill>
              </a:defRPr>
            </a:lvl8pPr>
            <a:lvl9pPr>
              <a:defRPr sz="2175" b="1">
                <a:solidFill>
                  <a:srgbClr val="111A34"/>
                </a:solidFill>
              </a:defRPr>
            </a:lvl9pPr>
          </a:lstStyle>
          <a:p xmlns:a="http://schemas.openxmlformats.org/drawingml/2006/main">
            <a:pPr>
              <a:defRPr sz="2175" b="1">
                <a:solidFill>
                  <a:srgbClr val="111A34"/>
                </a:solidFill>
              </a:defRPr>
            </a:pPr>
            <a:r>
              <a:rPr sz="2175" b="1">
                <a:solidFill>
                  <a:srgbClr val="111A34"/>
                </a:solidFill>
              </a:rPr>
              <a:t>Vue</a:t>
            </a:r>
          </a:p>
        </p:txBody>
      </p:sp>
      <p:sp>
        <p:nvSpPr>
          <p:cNvPr id="8" name="">
            <a:extLst xmlns:a="http://schemas.openxmlformats.org/drawingml/2006/main">
              <a:ext uri="{FF2B5EF4-FFF2-40B4-BE49-F238E27FC236}">
                <a16:creationId xmlns:a16="http://schemas.microsoft.com/office/drawing/2014/main" id="{D52031E5-CBDD-4090-A20A-4CC508E7A88B}"/>
              </a:ext>
            </a:extLst>
          </p:cNvPr>
          <p:cNvSpPr>
            <a:spLocks xmlns:a="http://schemas.openxmlformats.org/drawingml/2006/main" noGrp="1"/>
          </p:cNvSpPr>
          <p:nvPr/>
        </p:nvSpPr>
        <p:spPr>
          <a:xfrm xmlns:a="http://schemas.openxmlformats.org/drawingml/2006/main">
            <a:off x="3190875" y="2038350"/>
            <a:ext cx="82486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5A6680"/>
                </a:solidFill>
              </a:defRPr>
            </a:defPPr>
            <a:lvl1pPr>
              <a:defRPr sz="1800" b="0">
                <a:solidFill>
                  <a:srgbClr val="5A6680"/>
                </a:solidFill>
              </a:defRPr>
            </a:lvl1pPr>
            <a:lvl2pPr>
              <a:defRPr sz="1800" b="0">
                <a:solidFill>
                  <a:srgbClr val="5A6680"/>
                </a:solidFill>
              </a:defRPr>
            </a:lvl2pPr>
            <a:lvl3pPr>
              <a:defRPr sz="1800" b="0">
                <a:solidFill>
                  <a:srgbClr val="5A6680"/>
                </a:solidFill>
              </a:defRPr>
            </a:lvl3pPr>
            <a:lvl4pPr>
              <a:defRPr sz="1800" b="0">
                <a:solidFill>
                  <a:srgbClr val="5A6680"/>
                </a:solidFill>
              </a:defRPr>
            </a:lvl4pPr>
            <a:lvl5pPr>
              <a:defRPr sz="1800" b="0">
                <a:solidFill>
                  <a:srgbClr val="5A6680"/>
                </a:solidFill>
              </a:defRPr>
            </a:lvl5pPr>
            <a:lvl6pPr>
              <a:defRPr sz="1800" b="0">
                <a:solidFill>
                  <a:srgbClr val="5A6680"/>
                </a:solidFill>
              </a:defRPr>
            </a:lvl6pPr>
            <a:lvl7pPr>
              <a:defRPr sz="1800" b="0">
                <a:solidFill>
                  <a:srgbClr val="5A6680"/>
                </a:solidFill>
              </a:defRPr>
            </a:lvl7pPr>
            <a:lvl8pPr>
              <a:defRPr sz="1800" b="0">
                <a:solidFill>
                  <a:srgbClr val="5A6680"/>
                </a:solidFill>
              </a:defRPr>
            </a:lvl8pPr>
            <a:lvl9pPr>
              <a:defRPr sz="1800" b="0">
                <a:solidFill>
                  <a:srgbClr val="5A6680"/>
                </a:solidFill>
              </a:defRPr>
            </a:lvl9pPr>
          </a:lstStyle>
          <a:p xmlns:a="http://schemas.openxmlformats.org/drawingml/2006/main">
            <a:pPr>
              <a:defRPr sz="1800" b="0">
                <a:solidFill>
                  <a:srgbClr val="5A6680"/>
                </a:solidFill>
              </a:defRPr>
            </a:pPr>
            <a:r>
              <a:rPr sz="1800" b="0">
                <a:solidFill>
                  <a:srgbClr val="5A6680"/>
                </a:solidFill>
              </a:rPr>
              <a:t>로그인 후 일반 AI 질문 화면 확인</a:t>
            </a:r>
          </a:p>
        </p:txBody>
      </p:sp>
      <p:sp>
        <p:nvSpPr>
          <p:cNvPr id="9" name="">
            <a:extLst xmlns:a="http://schemas.openxmlformats.org/drawingml/2006/main">
              <a:ext uri="{FF2B5EF4-FFF2-40B4-BE49-F238E27FC236}">
                <a16:creationId xmlns:a16="http://schemas.microsoft.com/office/drawing/2014/main" id="{1E3CF233-0A65-4E71-A5BB-4D27C5509369}"/>
              </a:ext>
            </a:extLst>
          </p:cNvPr>
          <p:cNvSpPr>
            <a:spLocks xmlns:a="http://schemas.openxmlformats.org/drawingml/2006/main" noGrp="1"/>
          </p:cNvSpPr>
          <p:nvPr/>
        </p:nvSpPr>
        <p:spPr>
          <a:xfrm xmlns:a="http://schemas.openxmlformats.org/drawingml/2006/main">
            <a:off x="533400" y="2847975"/>
            <a:ext cx="11125200" cy="9525"/>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703C111-7E2B-4530-A438-8B8C21B33BEC}"/>
              </a:ext>
            </a:extLst>
          </p:cNvPr>
          <p:cNvSpPr>
            <a:spLocks xmlns:a="http://schemas.openxmlformats.org/drawingml/2006/main" noGrp="1"/>
          </p:cNvSpPr>
          <p:nvPr/>
        </p:nvSpPr>
        <p:spPr>
          <a:xfrm xmlns:a="http://schemas.openxmlformats.org/drawingml/2006/main">
            <a:off x="533400" y="3076575"/>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4638CA"/>
                </a:solidFill>
              </a:defRPr>
            </a:defPPr>
            <a:lvl1pPr>
              <a:defRPr sz="3000" b="1">
                <a:solidFill>
                  <a:srgbClr val="4638CA"/>
                </a:solidFill>
              </a:defRPr>
            </a:lvl1pPr>
            <a:lvl2pPr>
              <a:defRPr sz="3000" b="1">
                <a:solidFill>
                  <a:srgbClr val="4638CA"/>
                </a:solidFill>
              </a:defRPr>
            </a:lvl2pPr>
            <a:lvl3pPr>
              <a:defRPr sz="3000" b="1">
                <a:solidFill>
                  <a:srgbClr val="4638CA"/>
                </a:solidFill>
              </a:defRPr>
            </a:lvl3pPr>
            <a:lvl4pPr>
              <a:defRPr sz="3000" b="1">
                <a:solidFill>
                  <a:srgbClr val="4638CA"/>
                </a:solidFill>
              </a:defRPr>
            </a:lvl4pPr>
            <a:lvl5pPr>
              <a:defRPr sz="3000" b="1">
                <a:solidFill>
                  <a:srgbClr val="4638CA"/>
                </a:solidFill>
              </a:defRPr>
            </a:lvl5pPr>
            <a:lvl6pPr>
              <a:defRPr sz="3000" b="1">
                <a:solidFill>
                  <a:srgbClr val="4638CA"/>
                </a:solidFill>
              </a:defRPr>
            </a:lvl6pPr>
            <a:lvl7pPr>
              <a:defRPr sz="3000" b="1">
                <a:solidFill>
                  <a:srgbClr val="4638CA"/>
                </a:solidFill>
              </a:defRPr>
            </a:lvl7pPr>
            <a:lvl8pPr>
              <a:defRPr sz="3000" b="1">
                <a:solidFill>
                  <a:srgbClr val="4638CA"/>
                </a:solidFill>
              </a:defRPr>
            </a:lvl8pPr>
            <a:lvl9pPr>
              <a:defRPr sz="3000" b="1">
                <a:solidFill>
                  <a:srgbClr val="4638CA"/>
                </a:solidFill>
              </a:defRPr>
            </a:lvl9pPr>
          </a:lstStyle>
          <a:p xmlns:a="http://schemas.openxmlformats.org/drawingml/2006/main">
            <a:pPr>
              <a:defRPr sz="3000" b="1">
                <a:solidFill>
                  <a:srgbClr val="4638CA"/>
                </a:solidFill>
              </a:defRPr>
            </a:pPr>
            <a:r>
              <a:rPr sz="3000" b="1">
                <a:solidFill>
                  <a:srgbClr val="4638CA"/>
                </a:solidFill>
              </a:rPr>
              <a:t>2</a:t>
            </a:r>
          </a:p>
        </p:txBody>
      </p:sp>
      <p:sp>
        <p:nvSpPr>
          <p:cNvPr id="11" name="">
            <a:extLst xmlns:a="http://schemas.openxmlformats.org/drawingml/2006/main">
              <a:ext uri="{FF2B5EF4-FFF2-40B4-BE49-F238E27FC236}">
                <a16:creationId xmlns:a16="http://schemas.microsoft.com/office/drawing/2014/main" id="{E80B6248-4EA6-41C7-ADE6-4AD0DFB0658B}"/>
              </a:ext>
            </a:extLst>
          </p:cNvPr>
          <p:cNvSpPr>
            <a:spLocks xmlns:a="http://schemas.openxmlformats.org/drawingml/2006/main" noGrp="1"/>
          </p:cNvSpPr>
          <p:nvPr/>
        </p:nvSpPr>
        <p:spPr>
          <a:xfrm xmlns:a="http://schemas.openxmlformats.org/drawingml/2006/main">
            <a:off x="1343025" y="3095625"/>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75" b="1">
                <a:solidFill>
                  <a:srgbClr val="111A34"/>
                </a:solidFill>
              </a:defRPr>
            </a:defPPr>
            <a:lvl1pPr>
              <a:defRPr sz="2175" b="1">
                <a:solidFill>
                  <a:srgbClr val="111A34"/>
                </a:solidFill>
              </a:defRPr>
            </a:lvl1pPr>
            <a:lvl2pPr>
              <a:defRPr sz="2175" b="1">
                <a:solidFill>
                  <a:srgbClr val="111A34"/>
                </a:solidFill>
              </a:defRPr>
            </a:lvl2pPr>
            <a:lvl3pPr>
              <a:defRPr sz="2175" b="1">
                <a:solidFill>
                  <a:srgbClr val="111A34"/>
                </a:solidFill>
              </a:defRPr>
            </a:lvl3pPr>
            <a:lvl4pPr>
              <a:defRPr sz="2175" b="1">
                <a:solidFill>
                  <a:srgbClr val="111A34"/>
                </a:solidFill>
              </a:defRPr>
            </a:lvl4pPr>
            <a:lvl5pPr>
              <a:defRPr sz="2175" b="1">
                <a:solidFill>
                  <a:srgbClr val="111A34"/>
                </a:solidFill>
              </a:defRPr>
            </a:lvl5pPr>
            <a:lvl6pPr>
              <a:defRPr sz="2175" b="1">
                <a:solidFill>
                  <a:srgbClr val="111A34"/>
                </a:solidFill>
              </a:defRPr>
            </a:lvl6pPr>
            <a:lvl7pPr>
              <a:defRPr sz="2175" b="1">
                <a:solidFill>
                  <a:srgbClr val="111A34"/>
                </a:solidFill>
              </a:defRPr>
            </a:lvl7pPr>
            <a:lvl8pPr>
              <a:defRPr sz="2175" b="1">
                <a:solidFill>
                  <a:srgbClr val="111A34"/>
                </a:solidFill>
              </a:defRPr>
            </a:lvl8pPr>
            <a:lvl9pPr>
              <a:defRPr sz="2175" b="1">
                <a:solidFill>
                  <a:srgbClr val="111A34"/>
                </a:solidFill>
              </a:defRPr>
            </a:lvl9pPr>
          </a:lstStyle>
          <a:p xmlns:a="http://schemas.openxmlformats.org/drawingml/2006/main">
            <a:pPr>
              <a:defRPr sz="2175" b="1">
                <a:solidFill>
                  <a:srgbClr val="111A34"/>
                </a:solidFill>
              </a:defRPr>
            </a:pPr>
            <a:r>
              <a:rPr sz="2175" b="1">
                <a:solidFill>
                  <a:srgbClr val="111A34"/>
                </a:solidFill>
              </a:rPr>
              <a:t>RAG API</a:t>
            </a:r>
          </a:p>
        </p:txBody>
      </p:sp>
      <p:sp>
        <p:nvSpPr>
          <p:cNvPr id="12" name="">
            <a:extLst xmlns:a="http://schemas.openxmlformats.org/drawingml/2006/main">
              <a:ext uri="{FF2B5EF4-FFF2-40B4-BE49-F238E27FC236}">
                <a16:creationId xmlns:a16="http://schemas.microsoft.com/office/drawing/2014/main" id="{4EFE021F-78DC-4D0F-ABF8-7732E5C01592}"/>
              </a:ext>
            </a:extLst>
          </p:cNvPr>
          <p:cNvSpPr>
            <a:spLocks xmlns:a="http://schemas.openxmlformats.org/drawingml/2006/main" noGrp="1"/>
          </p:cNvSpPr>
          <p:nvPr/>
        </p:nvSpPr>
        <p:spPr>
          <a:xfrm xmlns:a="http://schemas.openxmlformats.org/drawingml/2006/main">
            <a:off x="3190875" y="3114675"/>
            <a:ext cx="82486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5A6680"/>
                </a:solidFill>
              </a:defRPr>
            </a:defPPr>
            <a:lvl1pPr>
              <a:defRPr sz="1800" b="0">
                <a:solidFill>
                  <a:srgbClr val="5A6680"/>
                </a:solidFill>
              </a:defRPr>
            </a:lvl1pPr>
            <a:lvl2pPr>
              <a:defRPr sz="1800" b="0">
                <a:solidFill>
                  <a:srgbClr val="5A6680"/>
                </a:solidFill>
              </a:defRPr>
            </a:lvl2pPr>
            <a:lvl3pPr>
              <a:defRPr sz="1800" b="0">
                <a:solidFill>
                  <a:srgbClr val="5A6680"/>
                </a:solidFill>
              </a:defRPr>
            </a:lvl3pPr>
            <a:lvl4pPr>
              <a:defRPr sz="1800" b="0">
                <a:solidFill>
                  <a:srgbClr val="5A6680"/>
                </a:solidFill>
              </a:defRPr>
            </a:lvl4pPr>
            <a:lvl5pPr>
              <a:defRPr sz="1800" b="0">
                <a:solidFill>
                  <a:srgbClr val="5A6680"/>
                </a:solidFill>
              </a:defRPr>
            </a:lvl5pPr>
            <a:lvl6pPr>
              <a:defRPr sz="1800" b="0">
                <a:solidFill>
                  <a:srgbClr val="5A6680"/>
                </a:solidFill>
              </a:defRPr>
            </a:lvl6pPr>
            <a:lvl7pPr>
              <a:defRPr sz="1800" b="0">
                <a:solidFill>
                  <a:srgbClr val="5A6680"/>
                </a:solidFill>
              </a:defRPr>
            </a:lvl7pPr>
            <a:lvl8pPr>
              <a:defRPr sz="1800" b="0">
                <a:solidFill>
                  <a:srgbClr val="5A6680"/>
                </a:solidFill>
              </a:defRPr>
            </a:lvl8pPr>
            <a:lvl9pPr>
              <a:defRPr sz="1800" b="0">
                <a:solidFill>
                  <a:srgbClr val="5A6680"/>
                </a:solidFill>
              </a:defRPr>
            </a:lvl9pPr>
          </a:lstStyle>
          <a:p xmlns:a="http://schemas.openxmlformats.org/drawingml/2006/main">
            <a:pPr>
              <a:defRPr sz="1800" b="0">
                <a:solidFill>
                  <a:srgbClr val="5A6680"/>
                </a:solidFill>
              </a:defRPr>
            </a:pPr>
            <a:r>
              <a:rPr sz="1800" b="0">
                <a:solidFill>
                  <a:srgbClr val="5A6680"/>
                </a:solidFill>
              </a:rPr>
              <a:t>복합 질문 호출 → 답변과 출처 확인</a:t>
            </a:r>
          </a:p>
        </p:txBody>
      </p:sp>
      <p:sp>
        <p:nvSpPr>
          <p:cNvPr id="13" name="">
            <a:extLst xmlns:a="http://schemas.openxmlformats.org/drawingml/2006/main">
              <a:ext uri="{FF2B5EF4-FFF2-40B4-BE49-F238E27FC236}">
                <a16:creationId xmlns:a16="http://schemas.microsoft.com/office/drawing/2014/main" id="{B712FF56-2C52-4EDD-92C0-BEDA069F93C1}"/>
              </a:ext>
            </a:extLst>
          </p:cNvPr>
          <p:cNvSpPr>
            <a:spLocks xmlns:a="http://schemas.openxmlformats.org/drawingml/2006/main" noGrp="1"/>
          </p:cNvSpPr>
          <p:nvPr/>
        </p:nvSpPr>
        <p:spPr>
          <a:xfrm xmlns:a="http://schemas.openxmlformats.org/drawingml/2006/main">
            <a:off x="533400" y="3924300"/>
            <a:ext cx="11125200" cy="9525"/>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D611AA4-A7C4-4A87-AC8C-35BD48642243}"/>
              </a:ext>
            </a:extLst>
          </p:cNvPr>
          <p:cNvSpPr>
            <a:spLocks xmlns:a="http://schemas.openxmlformats.org/drawingml/2006/main" noGrp="1"/>
          </p:cNvSpPr>
          <p:nvPr/>
        </p:nvSpPr>
        <p:spPr>
          <a:xfrm xmlns:a="http://schemas.openxmlformats.org/drawingml/2006/main">
            <a:off x="533400" y="415290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4638CA"/>
                </a:solidFill>
              </a:defRPr>
            </a:defPPr>
            <a:lvl1pPr>
              <a:defRPr sz="3000" b="1">
                <a:solidFill>
                  <a:srgbClr val="4638CA"/>
                </a:solidFill>
              </a:defRPr>
            </a:lvl1pPr>
            <a:lvl2pPr>
              <a:defRPr sz="3000" b="1">
                <a:solidFill>
                  <a:srgbClr val="4638CA"/>
                </a:solidFill>
              </a:defRPr>
            </a:lvl2pPr>
            <a:lvl3pPr>
              <a:defRPr sz="3000" b="1">
                <a:solidFill>
                  <a:srgbClr val="4638CA"/>
                </a:solidFill>
              </a:defRPr>
            </a:lvl3pPr>
            <a:lvl4pPr>
              <a:defRPr sz="3000" b="1">
                <a:solidFill>
                  <a:srgbClr val="4638CA"/>
                </a:solidFill>
              </a:defRPr>
            </a:lvl4pPr>
            <a:lvl5pPr>
              <a:defRPr sz="3000" b="1">
                <a:solidFill>
                  <a:srgbClr val="4638CA"/>
                </a:solidFill>
              </a:defRPr>
            </a:lvl5pPr>
            <a:lvl6pPr>
              <a:defRPr sz="3000" b="1">
                <a:solidFill>
                  <a:srgbClr val="4638CA"/>
                </a:solidFill>
              </a:defRPr>
            </a:lvl6pPr>
            <a:lvl7pPr>
              <a:defRPr sz="3000" b="1">
                <a:solidFill>
                  <a:srgbClr val="4638CA"/>
                </a:solidFill>
              </a:defRPr>
            </a:lvl7pPr>
            <a:lvl8pPr>
              <a:defRPr sz="3000" b="1">
                <a:solidFill>
                  <a:srgbClr val="4638CA"/>
                </a:solidFill>
              </a:defRPr>
            </a:lvl8pPr>
            <a:lvl9pPr>
              <a:defRPr sz="3000" b="1">
                <a:solidFill>
                  <a:srgbClr val="4638CA"/>
                </a:solidFill>
              </a:defRPr>
            </a:lvl9pPr>
          </a:lstStyle>
          <a:p xmlns:a="http://schemas.openxmlformats.org/drawingml/2006/main">
            <a:pPr>
              <a:defRPr sz="3000" b="1">
                <a:solidFill>
                  <a:srgbClr val="4638CA"/>
                </a:solidFill>
              </a:defRPr>
            </a:pPr>
            <a:r>
              <a:rPr sz="3000" b="1">
                <a:solidFill>
                  <a:srgbClr val="4638CA"/>
                </a:solidFill>
              </a:rPr>
              <a:t>3</a:t>
            </a:r>
          </a:p>
        </p:txBody>
      </p:sp>
      <p:sp>
        <p:nvSpPr>
          <p:cNvPr id="15" name="">
            <a:extLst xmlns:a="http://schemas.openxmlformats.org/drawingml/2006/main">
              <a:ext uri="{FF2B5EF4-FFF2-40B4-BE49-F238E27FC236}">
                <a16:creationId xmlns:a16="http://schemas.microsoft.com/office/drawing/2014/main" id="{AEE621B8-E656-4FF1-83F5-529FA2A8CF97}"/>
              </a:ext>
            </a:extLst>
          </p:cNvPr>
          <p:cNvSpPr>
            <a:spLocks xmlns:a="http://schemas.openxmlformats.org/drawingml/2006/main" noGrp="1"/>
          </p:cNvSpPr>
          <p:nvPr/>
        </p:nvSpPr>
        <p:spPr>
          <a:xfrm xmlns:a="http://schemas.openxmlformats.org/drawingml/2006/main">
            <a:off x="1343025" y="41719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75" b="1">
                <a:solidFill>
                  <a:srgbClr val="111A34"/>
                </a:solidFill>
              </a:defRPr>
            </a:defPPr>
            <a:lvl1pPr>
              <a:defRPr sz="2175" b="1">
                <a:solidFill>
                  <a:srgbClr val="111A34"/>
                </a:solidFill>
              </a:defRPr>
            </a:lvl1pPr>
            <a:lvl2pPr>
              <a:defRPr sz="2175" b="1">
                <a:solidFill>
                  <a:srgbClr val="111A34"/>
                </a:solidFill>
              </a:defRPr>
            </a:lvl2pPr>
            <a:lvl3pPr>
              <a:defRPr sz="2175" b="1">
                <a:solidFill>
                  <a:srgbClr val="111A34"/>
                </a:solidFill>
              </a:defRPr>
            </a:lvl3pPr>
            <a:lvl4pPr>
              <a:defRPr sz="2175" b="1">
                <a:solidFill>
                  <a:srgbClr val="111A34"/>
                </a:solidFill>
              </a:defRPr>
            </a:lvl4pPr>
            <a:lvl5pPr>
              <a:defRPr sz="2175" b="1">
                <a:solidFill>
                  <a:srgbClr val="111A34"/>
                </a:solidFill>
              </a:defRPr>
            </a:lvl5pPr>
            <a:lvl6pPr>
              <a:defRPr sz="2175" b="1">
                <a:solidFill>
                  <a:srgbClr val="111A34"/>
                </a:solidFill>
              </a:defRPr>
            </a:lvl6pPr>
            <a:lvl7pPr>
              <a:defRPr sz="2175" b="1">
                <a:solidFill>
                  <a:srgbClr val="111A34"/>
                </a:solidFill>
              </a:defRPr>
            </a:lvl7pPr>
            <a:lvl8pPr>
              <a:defRPr sz="2175" b="1">
                <a:solidFill>
                  <a:srgbClr val="111A34"/>
                </a:solidFill>
              </a:defRPr>
            </a:lvl8pPr>
            <a:lvl9pPr>
              <a:defRPr sz="2175" b="1">
                <a:solidFill>
                  <a:srgbClr val="111A34"/>
                </a:solidFill>
              </a:defRPr>
            </a:lvl9pPr>
          </a:lstStyle>
          <a:p xmlns:a="http://schemas.openxmlformats.org/drawingml/2006/main">
            <a:pPr>
              <a:defRPr sz="2175" b="1">
                <a:solidFill>
                  <a:srgbClr val="111A34"/>
                </a:solidFill>
              </a:defRPr>
            </a:pPr>
            <a:r>
              <a:rPr sz="2175" b="1">
                <a:solidFill>
                  <a:srgbClr val="111A34"/>
                </a:solidFill>
              </a:rPr>
              <a:t>예외</a:t>
            </a:r>
          </a:p>
        </p:txBody>
      </p:sp>
      <p:sp>
        <p:nvSpPr>
          <p:cNvPr id="16" name="">
            <a:extLst xmlns:a="http://schemas.openxmlformats.org/drawingml/2006/main">
              <a:ext uri="{FF2B5EF4-FFF2-40B4-BE49-F238E27FC236}">
                <a16:creationId xmlns:a16="http://schemas.microsoft.com/office/drawing/2014/main" id="{062FBC03-C3EB-453A-AA08-5F66E5700705}"/>
              </a:ext>
            </a:extLst>
          </p:cNvPr>
          <p:cNvSpPr>
            <a:spLocks xmlns:a="http://schemas.openxmlformats.org/drawingml/2006/main" noGrp="1"/>
          </p:cNvSpPr>
          <p:nvPr/>
        </p:nvSpPr>
        <p:spPr>
          <a:xfrm xmlns:a="http://schemas.openxmlformats.org/drawingml/2006/main">
            <a:off x="3190875" y="4191000"/>
            <a:ext cx="82486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5A6680"/>
                </a:solidFill>
              </a:defRPr>
            </a:defPPr>
            <a:lvl1pPr>
              <a:defRPr sz="1800" b="0">
                <a:solidFill>
                  <a:srgbClr val="5A6680"/>
                </a:solidFill>
              </a:defRPr>
            </a:lvl1pPr>
            <a:lvl2pPr>
              <a:defRPr sz="1800" b="0">
                <a:solidFill>
                  <a:srgbClr val="5A6680"/>
                </a:solidFill>
              </a:defRPr>
            </a:lvl2pPr>
            <a:lvl3pPr>
              <a:defRPr sz="1800" b="0">
                <a:solidFill>
                  <a:srgbClr val="5A6680"/>
                </a:solidFill>
              </a:defRPr>
            </a:lvl3pPr>
            <a:lvl4pPr>
              <a:defRPr sz="1800" b="0">
                <a:solidFill>
                  <a:srgbClr val="5A6680"/>
                </a:solidFill>
              </a:defRPr>
            </a:lvl4pPr>
            <a:lvl5pPr>
              <a:defRPr sz="1800" b="0">
                <a:solidFill>
                  <a:srgbClr val="5A6680"/>
                </a:solidFill>
              </a:defRPr>
            </a:lvl5pPr>
            <a:lvl6pPr>
              <a:defRPr sz="1800" b="0">
                <a:solidFill>
                  <a:srgbClr val="5A6680"/>
                </a:solidFill>
              </a:defRPr>
            </a:lvl6pPr>
            <a:lvl7pPr>
              <a:defRPr sz="1800" b="0">
                <a:solidFill>
                  <a:srgbClr val="5A6680"/>
                </a:solidFill>
              </a:defRPr>
            </a:lvl7pPr>
            <a:lvl8pPr>
              <a:defRPr sz="1800" b="0">
                <a:solidFill>
                  <a:srgbClr val="5A6680"/>
                </a:solidFill>
              </a:defRPr>
            </a:lvl8pPr>
            <a:lvl9pPr>
              <a:defRPr sz="1800" b="0">
                <a:solidFill>
                  <a:srgbClr val="5A6680"/>
                </a:solidFill>
              </a:defRPr>
            </a:lvl9pPr>
          </a:lstStyle>
          <a:p xmlns:a="http://schemas.openxmlformats.org/drawingml/2006/main">
            <a:pPr>
              <a:defRPr sz="1800" b="0">
                <a:solidFill>
                  <a:srgbClr val="5A6680"/>
                </a:solidFill>
              </a:defRPr>
            </a:pPr>
            <a:r>
              <a:rPr sz="1800" b="0">
                <a:solidFill>
                  <a:srgbClr val="5A6680"/>
                </a:solidFill>
              </a:rPr>
              <a:t>“이세톤 보관 방법” → 표준명 출력 확인</a:t>
            </a:r>
          </a:p>
        </p:txBody>
      </p:sp>
      <p:sp>
        <p:nvSpPr>
          <p:cNvPr id="17" name="">
            <a:extLst xmlns:a="http://schemas.openxmlformats.org/drawingml/2006/main">
              <a:ext uri="{FF2B5EF4-FFF2-40B4-BE49-F238E27FC236}">
                <a16:creationId xmlns:a16="http://schemas.microsoft.com/office/drawing/2014/main" id="{AD6FDBE8-D61E-4667-B35A-2E2735A18362}"/>
              </a:ext>
            </a:extLst>
          </p:cNvPr>
          <p:cNvSpPr>
            <a:spLocks xmlns:a="http://schemas.openxmlformats.org/drawingml/2006/main" noGrp="1"/>
          </p:cNvSpPr>
          <p:nvPr/>
        </p:nvSpPr>
        <p:spPr>
          <a:xfrm xmlns:a="http://schemas.openxmlformats.org/drawingml/2006/main">
            <a:off x="533400" y="5000625"/>
            <a:ext cx="11125200" cy="9525"/>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D24D13E-23B9-4ED2-8E46-D3ABD3279849}"/>
              </a:ext>
            </a:extLst>
          </p:cNvPr>
          <p:cNvSpPr>
            <a:spLocks xmlns:a="http://schemas.openxmlformats.org/drawingml/2006/main" noGrp="1"/>
          </p:cNvSpPr>
          <p:nvPr/>
        </p:nvSpPr>
        <p:spPr>
          <a:xfrm xmlns:a="http://schemas.openxmlformats.org/drawingml/2006/main">
            <a:off x="533400" y="5486400"/>
            <a:ext cx="1057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27253"/>
                </a:solidFill>
              </a:defRPr>
            </a:defPPr>
            <a:lvl1pPr>
              <a:defRPr sz="1650" b="1">
                <a:solidFill>
                  <a:srgbClr val="127253"/>
                </a:solidFill>
              </a:defRPr>
            </a:lvl1pPr>
            <a:lvl2pPr>
              <a:defRPr sz="1650" b="1">
                <a:solidFill>
                  <a:srgbClr val="127253"/>
                </a:solidFill>
              </a:defRPr>
            </a:lvl2pPr>
            <a:lvl3pPr>
              <a:defRPr sz="1650" b="1">
                <a:solidFill>
                  <a:srgbClr val="127253"/>
                </a:solidFill>
              </a:defRPr>
            </a:lvl3pPr>
            <a:lvl4pPr>
              <a:defRPr sz="1650" b="1">
                <a:solidFill>
                  <a:srgbClr val="127253"/>
                </a:solidFill>
              </a:defRPr>
            </a:lvl4pPr>
            <a:lvl5pPr>
              <a:defRPr sz="1650" b="1">
                <a:solidFill>
                  <a:srgbClr val="127253"/>
                </a:solidFill>
              </a:defRPr>
            </a:lvl5pPr>
            <a:lvl6pPr>
              <a:defRPr sz="1650" b="1">
                <a:solidFill>
                  <a:srgbClr val="127253"/>
                </a:solidFill>
              </a:defRPr>
            </a:lvl6pPr>
            <a:lvl7pPr>
              <a:defRPr sz="1650" b="1">
                <a:solidFill>
                  <a:srgbClr val="127253"/>
                </a:solidFill>
              </a:defRPr>
            </a:lvl7pPr>
            <a:lvl8pPr>
              <a:defRPr sz="1650" b="1">
                <a:solidFill>
                  <a:srgbClr val="127253"/>
                </a:solidFill>
              </a:defRPr>
            </a:lvl8pPr>
            <a:lvl9pPr>
              <a:defRPr sz="1650" b="1">
                <a:solidFill>
                  <a:srgbClr val="127253"/>
                </a:solidFill>
              </a:defRPr>
            </a:lvl9pPr>
          </a:lstStyle>
          <a:p xmlns:a="http://schemas.openxmlformats.org/drawingml/2006/main">
            <a:pPr>
              <a:defRPr sz="1650" b="1">
                <a:solidFill>
                  <a:srgbClr val="127253"/>
                </a:solidFill>
              </a:defRPr>
            </a:pPr>
            <a:r>
              <a:rPr sz="1650" b="1">
                <a:solidFill>
                  <a:srgbClr val="127253"/>
                </a:solidFill>
              </a:rPr>
              <a:t>데모에서 일반 AI 화면과 근거 검색 API를 구분해 설명</a:t>
            </a:r>
          </a:p>
        </p:txBody>
      </p:sp>
    </p:spTree>
    <p:extLst>
      <p:ext uri="{BB962C8B-B14F-4D97-AF65-F5344CB8AC3E}">
        <p14:creationId xmlns:p14="http://schemas.microsoft.com/office/powerpoint/2010/main" val="152069959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68BF6A8-10D6-49E6-AC29-248D479D2E44}"/>
              </a:ext>
            </a:extLst>
          </p:cNvPr>
          <p:cNvSpPr>
            <a:spLocks xmlns:a="http://schemas.openxmlformats.org/drawingml/2006/main" noGrp="1"/>
          </p:cNvSpPr>
          <p:nvPr/>
        </p:nvSpPr>
        <p:spPr>
          <a:xfrm xmlns:a="http://schemas.openxmlformats.org/drawingml/2006/main">
            <a:off x="533400" y="2571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4638CA"/>
                </a:solidFill>
              </a:defRPr>
            </a:defPPr>
            <a:lvl1pPr>
              <a:defRPr sz="1200" b="1">
                <a:solidFill>
                  <a:srgbClr val="4638CA"/>
                </a:solidFill>
              </a:defRPr>
            </a:lvl1pPr>
            <a:lvl2pPr>
              <a:defRPr sz="1200" b="1">
                <a:solidFill>
                  <a:srgbClr val="4638CA"/>
                </a:solidFill>
              </a:defRPr>
            </a:lvl2pPr>
            <a:lvl3pPr>
              <a:defRPr sz="1200" b="1">
                <a:solidFill>
                  <a:srgbClr val="4638CA"/>
                </a:solidFill>
              </a:defRPr>
            </a:lvl3pPr>
            <a:lvl4pPr>
              <a:defRPr sz="1200" b="1">
                <a:solidFill>
                  <a:srgbClr val="4638CA"/>
                </a:solidFill>
              </a:defRPr>
            </a:lvl4pPr>
            <a:lvl5pPr>
              <a:defRPr sz="1200" b="1">
                <a:solidFill>
                  <a:srgbClr val="4638CA"/>
                </a:solidFill>
              </a:defRPr>
            </a:lvl5pPr>
            <a:lvl6pPr>
              <a:defRPr sz="1200" b="1">
                <a:solidFill>
                  <a:srgbClr val="4638CA"/>
                </a:solidFill>
              </a:defRPr>
            </a:lvl6pPr>
            <a:lvl7pPr>
              <a:defRPr sz="1200" b="1">
                <a:solidFill>
                  <a:srgbClr val="4638CA"/>
                </a:solidFill>
              </a:defRPr>
            </a:lvl7pPr>
            <a:lvl8pPr>
              <a:defRPr sz="1200" b="1">
                <a:solidFill>
                  <a:srgbClr val="4638CA"/>
                </a:solidFill>
              </a:defRPr>
            </a:lvl8pPr>
            <a:lvl9pPr>
              <a:defRPr sz="1200" b="1">
                <a:solidFill>
                  <a:srgbClr val="4638CA"/>
                </a:solidFill>
              </a:defRPr>
            </a:lvl9pPr>
          </a:lstStyle>
          <a:p xmlns:a="http://schemas.openxmlformats.org/drawingml/2006/main">
            <a:pPr>
              <a:defRPr sz="1200" b="1">
                <a:solidFill>
                  <a:srgbClr val="4638CA"/>
                </a:solidFill>
              </a:defRPr>
            </a:pPr>
            <a:r>
              <a:rPr sz="1200" b="1">
                <a:solidFill>
                  <a:srgbClr val="4638CA"/>
                </a:solidFill>
              </a:rPr>
              <a:t>TOK,TALK  /  결과  ·  2분</a:t>
            </a:r>
          </a:p>
        </p:txBody>
      </p:sp>
      <p:sp>
        <p:nvSpPr>
          <p:cNvPr id="2" name="">
            <a:extLst xmlns:a="http://schemas.openxmlformats.org/drawingml/2006/main">
              <a:ext uri="{FF2B5EF4-FFF2-40B4-BE49-F238E27FC236}">
                <a16:creationId xmlns:a16="http://schemas.microsoft.com/office/drawing/2014/main" id="{B2BA7291-5688-4595-A0CA-473F1CD44EEA}"/>
              </a:ext>
            </a:extLst>
          </p:cNvPr>
          <p:cNvSpPr>
            <a:spLocks xmlns:a="http://schemas.openxmlformats.org/drawingml/2006/main" noGrp="1"/>
          </p:cNvSpPr>
          <p:nvPr/>
        </p:nvSpPr>
        <p:spPr>
          <a:xfrm xmlns:a="http://schemas.openxmlformats.org/drawingml/2006/main">
            <a:off x="533400" y="733425"/>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111A34"/>
                </a:solidFill>
              </a:defRPr>
            </a:defPPr>
            <a:lvl1pPr>
              <a:defRPr sz="3000" b="1">
                <a:solidFill>
                  <a:srgbClr val="111A34"/>
                </a:solidFill>
              </a:defRPr>
            </a:lvl1pPr>
            <a:lvl2pPr>
              <a:defRPr sz="3000" b="1">
                <a:solidFill>
                  <a:srgbClr val="111A34"/>
                </a:solidFill>
              </a:defRPr>
            </a:lvl2pPr>
            <a:lvl3pPr>
              <a:defRPr sz="3000" b="1">
                <a:solidFill>
                  <a:srgbClr val="111A34"/>
                </a:solidFill>
              </a:defRPr>
            </a:lvl3pPr>
            <a:lvl4pPr>
              <a:defRPr sz="3000" b="1">
                <a:solidFill>
                  <a:srgbClr val="111A34"/>
                </a:solidFill>
              </a:defRPr>
            </a:lvl4pPr>
            <a:lvl5pPr>
              <a:defRPr sz="3000" b="1">
                <a:solidFill>
                  <a:srgbClr val="111A34"/>
                </a:solidFill>
              </a:defRPr>
            </a:lvl5pPr>
            <a:lvl6pPr>
              <a:defRPr sz="3000" b="1">
                <a:solidFill>
                  <a:srgbClr val="111A34"/>
                </a:solidFill>
              </a:defRPr>
            </a:lvl6pPr>
            <a:lvl7pPr>
              <a:defRPr sz="3000" b="1">
                <a:solidFill>
                  <a:srgbClr val="111A34"/>
                </a:solidFill>
              </a:defRPr>
            </a:lvl7pPr>
            <a:lvl8pPr>
              <a:defRPr sz="3000" b="1">
                <a:solidFill>
                  <a:srgbClr val="111A34"/>
                </a:solidFill>
              </a:defRPr>
            </a:lvl8pPr>
            <a:lvl9pPr>
              <a:defRPr sz="3000" b="1">
                <a:solidFill>
                  <a:srgbClr val="111A34"/>
                </a:solidFill>
              </a:defRPr>
            </a:lvl9pPr>
          </a:lstStyle>
          <a:p xmlns:a="http://schemas.openxmlformats.org/drawingml/2006/main">
            <a:pPr>
              <a:defRPr sz="3000" b="1">
                <a:solidFill>
                  <a:srgbClr val="111A34"/>
                </a:solidFill>
              </a:defRPr>
            </a:pPr>
            <a:r>
              <a:rPr sz="3000" b="1">
                <a:solidFill>
                  <a:srgbClr val="111A34"/>
                </a:solidFill>
              </a:rPr>
              <a:t>복합 질문의 두 요구를 모두 다루도록 개선</a:t>
            </a:r>
          </a:p>
        </p:txBody>
      </p:sp>
      <p:sp>
        <p:nvSpPr>
          <p:cNvPr id="3" name="">
            <a:extLst xmlns:a="http://schemas.openxmlformats.org/drawingml/2006/main">
              <a:ext uri="{FF2B5EF4-FFF2-40B4-BE49-F238E27FC236}">
                <a16:creationId xmlns:a16="http://schemas.microsoft.com/office/drawing/2014/main" id="{5B8A20F1-2C0A-4DDE-A012-606E589D70CC}"/>
              </a:ext>
            </a:extLst>
          </p:cNvPr>
          <p:cNvSpPr>
            <a:spLocks xmlns:a="http://schemas.openxmlformats.org/drawingml/2006/main" noGrp="1"/>
          </p:cNvSpPr>
          <p:nvPr/>
        </p:nvSpPr>
        <p:spPr>
          <a:xfrm xmlns:a="http://schemas.openxmlformats.org/drawingml/2006/main">
            <a:off x="533400" y="1533525"/>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B1B31B0-A199-4E3F-9F78-B92A39E94ADF}"/>
              </a:ext>
            </a:extLst>
          </p:cNvPr>
          <p:cNvSpPr>
            <a:spLocks xmlns:a="http://schemas.openxmlformats.org/drawingml/2006/main" noGrp="1"/>
          </p:cNvSpPr>
          <p:nvPr/>
        </p:nvSpPr>
        <p:spPr>
          <a:xfrm xmlns:a="http://schemas.openxmlformats.org/drawingml/2006/main">
            <a:off x="533400" y="6381750"/>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defRPr sz="1125" b="0">
                <a:solidFill>
                  <a:srgbClr val="5A6680"/>
                </a:solidFill>
              </a:defRPr>
            </a:lvl1pPr>
            <a:lvl2pPr>
              <a:defRPr sz="1125" b="0">
                <a:solidFill>
                  <a:srgbClr val="5A6680"/>
                </a:solidFill>
              </a:defRPr>
            </a:lvl2pPr>
            <a:lvl3pPr>
              <a:defRPr sz="1125" b="0">
                <a:solidFill>
                  <a:srgbClr val="5A6680"/>
                </a:solidFill>
              </a:defRPr>
            </a:lvl3pPr>
            <a:lvl4pPr>
              <a:defRPr sz="1125" b="0">
                <a:solidFill>
                  <a:srgbClr val="5A6680"/>
                </a:solidFill>
              </a:defRPr>
            </a:lvl4pPr>
            <a:lvl5pPr>
              <a:defRPr sz="1125" b="0">
                <a:solidFill>
                  <a:srgbClr val="5A6680"/>
                </a:solidFill>
              </a:defRPr>
            </a:lvl5pPr>
            <a:lvl6pPr>
              <a:defRPr sz="1125" b="0">
                <a:solidFill>
                  <a:srgbClr val="5A6680"/>
                </a:solidFill>
              </a:defRPr>
            </a:lvl6pPr>
            <a:lvl7pPr>
              <a:defRPr sz="1125" b="0">
                <a:solidFill>
                  <a:srgbClr val="5A6680"/>
                </a:solidFill>
              </a:defRPr>
            </a:lvl7pPr>
            <a:lvl8pPr>
              <a:defRPr sz="1125" b="0">
                <a:solidFill>
                  <a:srgbClr val="5A6680"/>
                </a:solidFill>
              </a:defRPr>
            </a:lvl8pPr>
            <a:lvl9pPr>
              <a:defRPr sz="1125" b="0">
                <a:solidFill>
                  <a:srgbClr val="5A6680"/>
                </a:solidFill>
              </a:defRPr>
            </a:lvl9pPr>
          </a:lstStyle>
          <a:p xmlns:a="http://schemas.openxmlformats.org/drawingml/2006/main">
            <a:pPr>
              <a:defRPr sz="1125" b="0">
                <a:solidFill>
                  <a:srgbClr val="5A6680"/>
                </a:solidFill>
              </a:defRPr>
            </a:pPr>
            <a:r>
              <a:rPr sz="1125" b="0">
                <a:solidFill>
                  <a:srgbClr val="5A6680"/>
                </a:solidFill>
              </a:rPr>
              <a:t>tok-talk  |  연구실 화학물질 안전정보 도우미</a:t>
            </a:r>
          </a:p>
        </p:txBody>
      </p:sp>
      <p:sp>
        <p:nvSpPr>
          <p:cNvPr id="5" name="">
            <a:extLst xmlns:a="http://schemas.openxmlformats.org/drawingml/2006/main">
              <a:ext uri="{FF2B5EF4-FFF2-40B4-BE49-F238E27FC236}">
                <a16:creationId xmlns:a16="http://schemas.microsoft.com/office/drawing/2014/main" id="{EC85C2B8-9F92-4B5B-9602-34AEC5C9D60F}"/>
              </a:ext>
            </a:extLst>
          </p:cNvPr>
          <p:cNvSpPr>
            <a:spLocks xmlns:a="http://schemas.openxmlformats.org/drawingml/2006/main" noGrp="1"/>
          </p:cNvSpPr>
          <p:nvPr/>
        </p:nvSpPr>
        <p:spPr>
          <a:xfrm xmlns:a="http://schemas.openxmlformats.org/drawingml/2006/main">
            <a:off x="11010900" y="63817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defRPr sz="1125" b="0">
                <a:solidFill>
                  <a:srgbClr val="5A6680"/>
                </a:solidFill>
              </a:defRPr>
            </a:lvl1pPr>
            <a:lvl2pPr>
              <a:defRPr sz="1125" b="0">
                <a:solidFill>
                  <a:srgbClr val="5A6680"/>
                </a:solidFill>
              </a:defRPr>
            </a:lvl2pPr>
            <a:lvl3pPr>
              <a:defRPr sz="1125" b="0">
                <a:solidFill>
                  <a:srgbClr val="5A6680"/>
                </a:solidFill>
              </a:defRPr>
            </a:lvl3pPr>
            <a:lvl4pPr>
              <a:defRPr sz="1125" b="0">
                <a:solidFill>
                  <a:srgbClr val="5A6680"/>
                </a:solidFill>
              </a:defRPr>
            </a:lvl4pPr>
            <a:lvl5pPr>
              <a:defRPr sz="1125" b="0">
                <a:solidFill>
                  <a:srgbClr val="5A6680"/>
                </a:solidFill>
              </a:defRPr>
            </a:lvl5pPr>
            <a:lvl6pPr>
              <a:defRPr sz="1125" b="0">
                <a:solidFill>
                  <a:srgbClr val="5A6680"/>
                </a:solidFill>
              </a:defRPr>
            </a:lvl6pPr>
            <a:lvl7pPr>
              <a:defRPr sz="1125" b="0">
                <a:solidFill>
                  <a:srgbClr val="5A6680"/>
                </a:solidFill>
              </a:defRPr>
            </a:lvl7pPr>
            <a:lvl8pPr>
              <a:defRPr sz="1125" b="0">
                <a:solidFill>
                  <a:srgbClr val="5A6680"/>
                </a:solidFill>
              </a:defRPr>
            </a:lvl8pPr>
            <a:lvl9pPr>
              <a:defRPr sz="1125" b="0">
                <a:solidFill>
                  <a:srgbClr val="5A6680"/>
                </a:solidFill>
              </a:defRPr>
            </a:lvl9pPr>
          </a:lstStyle>
          <a:p xmlns:a="http://schemas.openxmlformats.org/drawingml/2006/main">
            <a:pPr>
              <a:defRPr sz="1125" b="0">
                <a:solidFill>
                  <a:srgbClr val="5A6680"/>
                </a:solidFill>
              </a:defRPr>
            </a:pPr>
            <a:r>
              <a:rPr sz="1125" b="0">
                <a:solidFill>
                  <a:srgbClr val="5A6680"/>
                </a:solidFill>
              </a:rPr>
              <a:t>07 / 09</a:t>
            </a:r>
          </a:p>
        </p:txBody>
      </p:sp>
      <p:sp>
        <p:nvSpPr>
          <p:cNvPr id="6" name="">
            <a:extLst xmlns:a="http://schemas.openxmlformats.org/drawingml/2006/main">
              <a:ext uri="{FF2B5EF4-FFF2-40B4-BE49-F238E27FC236}">
                <a16:creationId xmlns:a16="http://schemas.microsoft.com/office/drawing/2014/main" id="{160DF293-08F4-4B55-80B0-6B2FD81BF8C0}"/>
              </a:ext>
            </a:extLst>
          </p:cNvPr>
          <p:cNvSpPr>
            <a:spLocks xmlns:a="http://schemas.openxmlformats.org/drawingml/2006/main" noGrp="1"/>
          </p:cNvSpPr>
          <p:nvPr/>
        </p:nvSpPr>
        <p:spPr>
          <a:xfrm xmlns:a="http://schemas.openxmlformats.org/drawingml/2006/main">
            <a:off x="533400" y="1781175"/>
            <a:ext cx="1000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325" b="1">
                <a:solidFill>
                  <a:srgbClr val="127253"/>
                </a:solidFill>
              </a:defRPr>
            </a:defPPr>
            <a:lvl1pPr>
              <a:defRPr sz="2325" b="1">
                <a:solidFill>
                  <a:srgbClr val="127253"/>
                </a:solidFill>
              </a:defRPr>
            </a:lvl1pPr>
            <a:lvl2pPr>
              <a:defRPr sz="2325" b="1">
                <a:solidFill>
                  <a:srgbClr val="127253"/>
                </a:solidFill>
              </a:defRPr>
            </a:lvl2pPr>
            <a:lvl3pPr>
              <a:defRPr sz="2325" b="1">
                <a:solidFill>
                  <a:srgbClr val="127253"/>
                </a:solidFill>
              </a:defRPr>
            </a:lvl3pPr>
            <a:lvl4pPr>
              <a:defRPr sz="2325" b="1">
                <a:solidFill>
                  <a:srgbClr val="127253"/>
                </a:solidFill>
              </a:defRPr>
            </a:lvl4pPr>
            <a:lvl5pPr>
              <a:defRPr sz="2325" b="1">
                <a:solidFill>
                  <a:srgbClr val="127253"/>
                </a:solidFill>
              </a:defRPr>
            </a:lvl5pPr>
            <a:lvl6pPr>
              <a:defRPr sz="2325" b="1">
                <a:solidFill>
                  <a:srgbClr val="127253"/>
                </a:solidFill>
              </a:defRPr>
            </a:lvl6pPr>
            <a:lvl7pPr>
              <a:defRPr sz="2325" b="1">
                <a:solidFill>
                  <a:srgbClr val="127253"/>
                </a:solidFill>
              </a:defRPr>
            </a:lvl7pPr>
            <a:lvl8pPr>
              <a:defRPr sz="2325" b="1">
                <a:solidFill>
                  <a:srgbClr val="127253"/>
                </a:solidFill>
              </a:defRPr>
            </a:lvl8pPr>
            <a:lvl9pPr>
              <a:defRPr sz="2325" b="1">
                <a:solidFill>
                  <a:srgbClr val="127253"/>
                </a:solidFill>
              </a:defRPr>
            </a:lvl9pPr>
          </a:lstStyle>
          <a:p xmlns:a="http://schemas.openxmlformats.org/drawingml/2006/main">
            <a:pPr>
              <a:defRPr sz="2325" b="1">
                <a:solidFill>
                  <a:srgbClr val="127253"/>
                </a:solidFill>
              </a:defRPr>
            </a:pPr>
            <a:r>
              <a:rPr sz="2325" b="1">
                <a:solidFill>
                  <a:srgbClr val="127253"/>
                </a:solidFill>
              </a:rPr>
              <a:t>화면 사례 3건: 두 요구 충족  0/3 → 3/3</a:t>
            </a:r>
          </a:p>
        </p:txBody>
      </p:sp>
      <p:pic>
        <p:nvPicPr>
          <p:cNvPr id="7" name="">
            <a:extLst xmlns:a="http://schemas.openxmlformats.org/drawingml/2006/main">
              <a:ext uri="{FF2B5EF4-FFF2-40B4-BE49-F238E27FC236}">
                <a16:creationId xmlns:a16="http://schemas.microsoft.com/office/drawing/2014/main" id="{D2B6D685-7065-4EA4-B039-2AF03B6DEC73}"/>
              </a:ext>
            </a:extLst>
          </p:cNvPr>
          <p:cNvPicPr>
            <a:picLocks xmlns:a="http://schemas.openxmlformats.org/drawingml/2006/main" noChangeAspect="1"/>
          </p:cNvPicPr>
          <p:nvPr/>
        </p:nvPicPr>
        <p:blipFill>
          <a:blip xmlns:r="http://schemas.openxmlformats.org/officeDocument/2006/relationships" xmlns:a="http://schemas.openxmlformats.org/drawingml/2006/main" r:embed="Rb129e62feef048f6"/>
          <a:stretch xmlns:a="http://schemas.openxmlformats.org/drawingml/2006/main"/>
        </p:blipFill>
        <p:spPr>
          <a:xfrm xmlns:a="http://schemas.openxmlformats.org/drawingml/2006/main">
            <a:off x="751582" y="2524125"/>
            <a:ext cx="5002412" cy="3276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3F87603-A835-4E82-B785-9DA6597AE8F0}"/>
              </a:ext>
            </a:extLst>
          </p:cNvPr>
          <p:cNvSpPr>
            <a:spLocks xmlns:a="http://schemas.openxmlformats.org/drawingml/2006/main" noGrp="1"/>
          </p:cNvSpPr>
          <p:nvPr/>
        </p:nvSpPr>
        <p:spPr>
          <a:xfrm xmlns:a="http://schemas.openxmlformats.org/drawingml/2006/main">
            <a:off x="6429375" y="2581275"/>
            <a:ext cx="5191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4638CA"/>
                </a:solidFill>
              </a:defRPr>
            </a:defPPr>
            <a:lvl1pPr>
              <a:defRPr sz="1575" b="1">
                <a:solidFill>
                  <a:srgbClr val="4638CA"/>
                </a:solidFill>
              </a:defRPr>
            </a:lvl1pPr>
            <a:lvl2pPr>
              <a:defRPr sz="1575" b="1">
                <a:solidFill>
                  <a:srgbClr val="4638CA"/>
                </a:solidFill>
              </a:defRPr>
            </a:lvl2pPr>
            <a:lvl3pPr>
              <a:defRPr sz="1575" b="1">
                <a:solidFill>
                  <a:srgbClr val="4638CA"/>
                </a:solidFill>
              </a:defRPr>
            </a:lvl3pPr>
            <a:lvl4pPr>
              <a:defRPr sz="1575" b="1">
                <a:solidFill>
                  <a:srgbClr val="4638CA"/>
                </a:solidFill>
              </a:defRPr>
            </a:lvl4pPr>
            <a:lvl5pPr>
              <a:defRPr sz="1575" b="1">
                <a:solidFill>
                  <a:srgbClr val="4638CA"/>
                </a:solidFill>
              </a:defRPr>
            </a:lvl5pPr>
            <a:lvl6pPr>
              <a:defRPr sz="1575" b="1">
                <a:solidFill>
                  <a:srgbClr val="4638CA"/>
                </a:solidFill>
              </a:defRPr>
            </a:lvl6pPr>
            <a:lvl7pPr>
              <a:defRPr sz="1575" b="1">
                <a:solidFill>
                  <a:srgbClr val="4638CA"/>
                </a:solidFill>
              </a:defRPr>
            </a:lvl7pPr>
            <a:lvl8pPr>
              <a:defRPr sz="1575" b="1">
                <a:solidFill>
                  <a:srgbClr val="4638CA"/>
                </a:solidFill>
              </a:defRPr>
            </a:lvl8pPr>
            <a:lvl9pPr>
              <a:defRPr sz="1575" b="1">
                <a:solidFill>
                  <a:srgbClr val="4638CA"/>
                </a:solidFill>
              </a:defRPr>
            </a:lvl9pPr>
          </a:lstStyle>
          <a:p xmlns:a="http://schemas.openxmlformats.org/drawingml/2006/main">
            <a:pPr>
              <a:defRPr sz="1575" b="1">
                <a:solidFill>
                  <a:srgbClr val="4638CA"/>
                </a:solidFill>
              </a:defRPr>
            </a:pPr>
            <a:r>
              <a:rPr sz="1575" b="1">
                <a:solidFill>
                  <a:srgbClr val="4638CA"/>
                </a:solidFill>
              </a:rPr>
              <a:t>평가 당시 수정 전 화면</a:t>
            </a:r>
          </a:p>
        </p:txBody>
      </p:sp>
      <p:sp>
        <p:nvSpPr>
          <p:cNvPr id="9" name="">
            <a:extLst xmlns:a="http://schemas.openxmlformats.org/drawingml/2006/main">
              <a:ext uri="{FF2B5EF4-FFF2-40B4-BE49-F238E27FC236}">
                <a16:creationId xmlns:a16="http://schemas.microsoft.com/office/drawing/2014/main" id="{9D875F9E-A7A7-4FD8-8A51-D7EC0EFACF11}"/>
              </a:ext>
            </a:extLst>
          </p:cNvPr>
          <p:cNvSpPr>
            <a:spLocks xmlns:a="http://schemas.openxmlformats.org/drawingml/2006/main" noGrp="1"/>
          </p:cNvSpPr>
          <p:nvPr/>
        </p:nvSpPr>
        <p:spPr>
          <a:xfrm xmlns:a="http://schemas.openxmlformats.org/drawingml/2006/main">
            <a:off x="6429375" y="3048000"/>
            <a:ext cx="4953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111A34"/>
                </a:solidFill>
              </a:defRPr>
            </a:defPPr>
            <a:lvl1pPr>
              <a:defRPr sz="1800" b="0">
                <a:solidFill>
                  <a:srgbClr val="111A34"/>
                </a:solidFill>
              </a:defRPr>
            </a:lvl1pPr>
            <a:lvl2pPr>
              <a:defRPr sz="1800" b="0">
                <a:solidFill>
                  <a:srgbClr val="111A34"/>
                </a:solidFill>
              </a:defRPr>
            </a:lvl2pPr>
            <a:lvl3pPr>
              <a:defRPr sz="1800" b="0">
                <a:solidFill>
                  <a:srgbClr val="111A34"/>
                </a:solidFill>
              </a:defRPr>
            </a:lvl3pPr>
            <a:lvl4pPr>
              <a:defRPr sz="1800" b="0">
                <a:solidFill>
                  <a:srgbClr val="111A34"/>
                </a:solidFill>
              </a:defRPr>
            </a:lvl4pPr>
            <a:lvl5pPr>
              <a:defRPr sz="1800" b="0">
                <a:solidFill>
                  <a:srgbClr val="111A34"/>
                </a:solidFill>
              </a:defRPr>
            </a:lvl5pPr>
            <a:lvl6pPr>
              <a:defRPr sz="1800" b="0">
                <a:solidFill>
                  <a:srgbClr val="111A34"/>
                </a:solidFill>
              </a:defRPr>
            </a:lvl6pPr>
            <a:lvl7pPr>
              <a:defRPr sz="1800" b="0">
                <a:solidFill>
                  <a:srgbClr val="111A34"/>
                </a:solidFill>
              </a:defRPr>
            </a:lvl7pPr>
            <a:lvl8pPr>
              <a:defRPr sz="1800" b="0">
                <a:solidFill>
                  <a:srgbClr val="111A34"/>
                </a:solidFill>
              </a:defRPr>
            </a:lvl8pPr>
            <a:lvl9pPr>
              <a:defRPr sz="1800" b="0">
                <a:solidFill>
                  <a:srgbClr val="111A34"/>
                </a:solidFill>
              </a:defRPr>
            </a:lvl9pPr>
          </a:lstStyle>
          <a:p xmlns:a="http://schemas.openxmlformats.org/drawingml/2006/main">
            <a:pPr>
              <a:defRPr sz="1800" b="0">
                <a:solidFill>
                  <a:srgbClr val="111A34"/>
                </a:solidFill>
              </a:defRPr>
            </a:pPr>
            <a:r>
              <a:rPr sz="1800" b="0">
                <a:solidFill>
                  <a:srgbClr val="111A34"/>
                </a:solidFill>
              </a:rPr>
              <a:t>아세톤 노출 경로에서</a:t>
            </a:r>
          </a:p>
          <a:p xmlns:a="http://schemas.openxmlformats.org/drawingml/2006/main">
            <a:pPr>
              <a:defRPr sz="1800" b="0">
                <a:solidFill>
                  <a:srgbClr val="111A34"/>
                </a:solidFill>
              </a:defRPr>
            </a:pPr>
            <a:r>
              <a:rPr sz="1800" b="0">
                <a:solidFill>
                  <a:srgbClr val="111A34"/>
                </a:solidFill>
              </a:rPr>
              <a:t>흡입만 제시</a:t>
            </a:r>
          </a:p>
        </p:txBody>
      </p:sp>
      <p:sp>
        <p:nvSpPr>
          <p:cNvPr id="10" name="">
            <a:extLst xmlns:a="http://schemas.openxmlformats.org/drawingml/2006/main">
              <a:ext uri="{FF2B5EF4-FFF2-40B4-BE49-F238E27FC236}">
                <a16:creationId xmlns:a16="http://schemas.microsoft.com/office/drawing/2014/main" id="{6681A2E0-8103-4795-9AE5-1501CF433C69}"/>
              </a:ext>
            </a:extLst>
          </p:cNvPr>
          <p:cNvSpPr>
            <a:spLocks xmlns:a="http://schemas.openxmlformats.org/drawingml/2006/main" noGrp="1"/>
          </p:cNvSpPr>
          <p:nvPr/>
        </p:nvSpPr>
        <p:spPr>
          <a:xfrm xmlns:a="http://schemas.openxmlformats.org/drawingml/2006/main">
            <a:off x="6429375" y="4105275"/>
            <a:ext cx="5010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127253"/>
                </a:solidFill>
              </a:defRPr>
            </a:defPPr>
            <a:lvl1pPr>
              <a:defRPr sz="1575" b="1">
                <a:solidFill>
                  <a:srgbClr val="127253"/>
                </a:solidFill>
              </a:defRPr>
            </a:lvl1pPr>
            <a:lvl2pPr>
              <a:defRPr sz="1575" b="1">
                <a:solidFill>
                  <a:srgbClr val="127253"/>
                </a:solidFill>
              </a:defRPr>
            </a:lvl2pPr>
            <a:lvl3pPr>
              <a:defRPr sz="1575" b="1">
                <a:solidFill>
                  <a:srgbClr val="127253"/>
                </a:solidFill>
              </a:defRPr>
            </a:lvl3pPr>
            <a:lvl4pPr>
              <a:defRPr sz="1575" b="1">
                <a:solidFill>
                  <a:srgbClr val="127253"/>
                </a:solidFill>
              </a:defRPr>
            </a:lvl4pPr>
            <a:lvl5pPr>
              <a:defRPr sz="1575" b="1">
                <a:solidFill>
                  <a:srgbClr val="127253"/>
                </a:solidFill>
              </a:defRPr>
            </a:lvl5pPr>
            <a:lvl6pPr>
              <a:defRPr sz="1575" b="1">
                <a:solidFill>
                  <a:srgbClr val="127253"/>
                </a:solidFill>
              </a:defRPr>
            </a:lvl6pPr>
            <a:lvl7pPr>
              <a:defRPr sz="1575" b="1">
                <a:solidFill>
                  <a:srgbClr val="127253"/>
                </a:solidFill>
              </a:defRPr>
            </a:lvl7pPr>
            <a:lvl8pPr>
              <a:defRPr sz="1575" b="1">
                <a:solidFill>
                  <a:srgbClr val="127253"/>
                </a:solidFill>
              </a:defRPr>
            </a:lvl8pPr>
            <a:lvl9pPr>
              <a:defRPr sz="1575" b="1">
                <a:solidFill>
                  <a:srgbClr val="127253"/>
                </a:solidFill>
              </a:defRPr>
            </a:lvl9pPr>
          </a:lstStyle>
          <a:p xmlns:a="http://schemas.openxmlformats.org/drawingml/2006/main">
            <a:pPr>
              <a:defRPr sz="1575" b="1">
                <a:solidFill>
                  <a:srgbClr val="127253"/>
                </a:solidFill>
              </a:defRPr>
            </a:pPr>
            <a:r>
              <a:rPr sz="1575" b="1">
                <a:solidFill>
                  <a:srgbClr val="127253"/>
                </a:solidFill>
              </a:rPr>
              <a:t>수정 후 확인</a:t>
            </a:r>
          </a:p>
        </p:txBody>
      </p:sp>
      <p:sp>
        <p:nvSpPr>
          <p:cNvPr id="11" name="">
            <a:extLst xmlns:a="http://schemas.openxmlformats.org/drawingml/2006/main">
              <a:ext uri="{FF2B5EF4-FFF2-40B4-BE49-F238E27FC236}">
                <a16:creationId xmlns:a16="http://schemas.microsoft.com/office/drawing/2014/main" id="{9FEBE768-F58F-4215-B6B7-ABB8CB5B5353}"/>
              </a:ext>
            </a:extLst>
          </p:cNvPr>
          <p:cNvSpPr>
            <a:spLocks xmlns:a="http://schemas.openxmlformats.org/drawingml/2006/main" noGrp="1"/>
          </p:cNvSpPr>
          <p:nvPr/>
        </p:nvSpPr>
        <p:spPr>
          <a:xfrm xmlns:a="http://schemas.openxmlformats.org/drawingml/2006/main">
            <a:off x="6429375" y="4572000"/>
            <a:ext cx="495300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111A34"/>
                </a:solidFill>
              </a:defRPr>
            </a:defPPr>
            <a:lvl1pPr>
              <a:defRPr sz="1800" b="0">
                <a:solidFill>
                  <a:srgbClr val="111A34"/>
                </a:solidFill>
              </a:defRPr>
            </a:lvl1pPr>
            <a:lvl2pPr>
              <a:defRPr sz="1800" b="0">
                <a:solidFill>
                  <a:srgbClr val="111A34"/>
                </a:solidFill>
              </a:defRPr>
            </a:lvl2pPr>
            <a:lvl3pPr>
              <a:defRPr sz="1800" b="0">
                <a:solidFill>
                  <a:srgbClr val="111A34"/>
                </a:solidFill>
              </a:defRPr>
            </a:lvl3pPr>
            <a:lvl4pPr>
              <a:defRPr sz="1800" b="0">
                <a:solidFill>
                  <a:srgbClr val="111A34"/>
                </a:solidFill>
              </a:defRPr>
            </a:lvl4pPr>
            <a:lvl5pPr>
              <a:defRPr sz="1800" b="0">
                <a:solidFill>
                  <a:srgbClr val="111A34"/>
                </a:solidFill>
              </a:defRPr>
            </a:lvl5pPr>
            <a:lvl6pPr>
              <a:defRPr sz="1800" b="0">
                <a:solidFill>
                  <a:srgbClr val="111A34"/>
                </a:solidFill>
              </a:defRPr>
            </a:lvl6pPr>
            <a:lvl7pPr>
              <a:defRPr sz="1800" b="0">
                <a:solidFill>
                  <a:srgbClr val="111A34"/>
                </a:solidFill>
              </a:defRPr>
            </a:lvl7pPr>
            <a:lvl8pPr>
              <a:defRPr sz="1800" b="0">
                <a:solidFill>
                  <a:srgbClr val="111A34"/>
                </a:solidFill>
              </a:defRPr>
            </a:lvl8pPr>
            <a:lvl9pPr>
              <a:defRPr sz="1800" b="0">
                <a:solidFill>
                  <a:srgbClr val="111A34"/>
                </a:solidFill>
              </a:defRPr>
            </a:lvl9pPr>
          </a:lstStyle>
          <a:p xmlns:a="http://schemas.openxmlformats.org/drawingml/2006/main">
            <a:pPr>
              <a:defRPr sz="1800" b="0">
                <a:solidFill>
                  <a:srgbClr val="111A34"/>
                </a:solidFill>
              </a:defRPr>
            </a:pPr>
            <a:r>
              <a:rPr sz="1800" b="0">
                <a:solidFill>
                  <a:srgbClr val="111A34"/>
                </a:solidFill>
              </a:rPr>
              <a:t>흡입·섭취·피부/눈 접촉과</a:t>
            </a:r>
          </a:p>
          <a:p xmlns:a="http://schemas.openxmlformats.org/drawingml/2006/main">
            <a:pPr>
              <a:defRPr sz="1800" b="0">
                <a:solidFill>
                  <a:srgbClr val="111A34"/>
                </a:solidFill>
              </a:defRPr>
            </a:pPr>
            <a:r>
              <a:rPr sz="1800" b="0">
                <a:solidFill>
                  <a:srgbClr val="111A34"/>
                </a:solidFill>
              </a:rPr>
              <a:t>보관 조건을 함께 답변</a:t>
            </a:r>
          </a:p>
        </p:txBody>
      </p:sp>
    </p:spTree>
    <p:extLst>
      <p:ext uri="{BB962C8B-B14F-4D97-AF65-F5344CB8AC3E}">
        <p14:creationId xmlns:p14="http://schemas.microsoft.com/office/powerpoint/2010/main" val="13708151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01E9006-EE71-4AA5-8BF6-06012DE11057}"/>
              </a:ext>
            </a:extLst>
          </p:cNvPr>
          <p:cNvSpPr>
            <a:spLocks xmlns:a="http://schemas.openxmlformats.org/drawingml/2006/main" noGrp="1"/>
          </p:cNvSpPr>
          <p:nvPr/>
        </p:nvSpPr>
        <p:spPr>
          <a:xfrm xmlns:a="http://schemas.openxmlformats.org/drawingml/2006/main">
            <a:off x="533400" y="2571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4638CA"/>
                </a:solidFill>
              </a:defRPr>
            </a:defPPr>
            <a:lvl1pPr>
              <a:defRPr sz="1200" b="1">
                <a:solidFill>
                  <a:srgbClr val="4638CA"/>
                </a:solidFill>
              </a:defRPr>
            </a:lvl1pPr>
            <a:lvl2pPr>
              <a:defRPr sz="1200" b="1">
                <a:solidFill>
                  <a:srgbClr val="4638CA"/>
                </a:solidFill>
              </a:defRPr>
            </a:lvl2pPr>
            <a:lvl3pPr>
              <a:defRPr sz="1200" b="1">
                <a:solidFill>
                  <a:srgbClr val="4638CA"/>
                </a:solidFill>
              </a:defRPr>
            </a:lvl3pPr>
            <a:lvl4pPr>
              <a:defRPr sz="1200" b="1">
                <a:solidFill>
                  <a:srgbClr val="4638CA"/>
                </a:solidFill>
              </a:defRPr>
            </a:lvl4pPr>
            <a:lvl5pPr>
              <a:defRPr sz="1200" b="1">
                <a:solidFill>
                  <a:srgbClr val="4638CA"/>
                </a:solidFill>
              </a:defRPr>
            </a:lvl5pPr>
            <a:lvl6pPr>
              <a:defRPr sz="1200" b="1">
                <a:solidFill>
                  <a:srgbClr val="4638CA"/>
                </a:solidFill>
              </a:defRPr>
            </a:lvl6pPr>
            <a:lvl7pPr>
              <a:defRPr sz="1200" b="1">
                <a:solidFill>
                  <a:srgbClr val="4638CA"/>
                </a:solidFill>
              </a:defRPr>
            </a:lvl7pPr>
            <a:lvl8pPr>
              <a:defRPr sz="1200" b="1">
                <a:solidFill>
                  <a:srgbClr val="4638CA"/>
                </a:solidFill>
              </a:defRPr>
            </a:lvl8pPr>
            <a:lvl9pPr>
              <a:defRPr sz="1200" b="1">
                <a:solidFill>
                  <a:srgbClr val="4638CA"/>
                </a:solidFill>
              </a:defRPr>
            </a:lvl9pPr>
          </a:lstStyle>
          <a:p xmlns:a="http://schemas.openxmlformats.org/drawingml/2006/main">
            <a:pPr>
              <a:defRPr sz="1200" b="1">
                <a:solidFill>
                  <a:srgbClr val="4638CA"/>
                </a:solidFill>
              </a:defRPr>
            </a:pPr>
            <a:r>
              <a:rPr sz="1200" b="1">
                <a:solidFill>
                  <a:srgbClr val="4638CA"/>
                </a:solidFill>
              </a:rPr>
              <a:t>TOK,TALK  /  결과  ·  2분</a:t>
            </a:r>
          </a:p>
        </p:txBody>
      </p:sp>
      <p:sp>
        <p:nvSpPr>
          <p:cNvPr id="2" name="">
            <a:extLst xmlns:a="http://schemas.openxmlformats.org/drawingml/2006/main">
              <a:ext uri="{FF2B5EF4-FFF2-40B4-BE49-F238E27FC236}">
                <a16:creationId xmlns:a16="http://schemas.microsoft.com/office/drawing/2014/main" id="{046EF30F-5F8C-41F9-B75D-2D1A961C7F89}"/>
              </a:ext>
            </a:extLst>
          </p:cNvPr>
          <p:cNvSpPr>
            <a:spLocks xmlns:a="http://schemas.openxmlformats.org/drawingml/2006/main" noGrp="1"/>
          </p:cNvSpPr>
          <p:nvPr/>
        </p:nvSpPr>
        <p:spPr>
          <a:xfrm xmlns:a="http://schemas.openxmlformats.org/drawingml/2006/main">
            <a:off x="533400" y="733425"/>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111A34"/>
                </a:solidFill>
              </a:defRPr>
            </a:defPPr>
            <a:lvl1pPr>
              <a:defRPr sz="3000" b="1">
                <a:solidFill>
                  <a:srgbClr val="111A34"/>
                </a:solidFill>
              </a:defRPr>
            </a:lvl1pPr>
            <a:lvl2pPr>
              <a:defRPr sz="3000" b="1">
                <a:solidFill>
                  <a:srgbClr val="111A34"/>
                </a:solidFill>
              </a:defRPr>
            </a:lvl2pPr>
            <a:lvl3pPr>
              <a:defRPr sz="3000" b="1">
                <a:solidFill>
                  <a:srgbClr val="111A34"/>
                </a:solidFill>
              </a:defRPr>
            </a:lvl3pPr>
            <a:lvl4pPr>
              <a:defRPr sz="3000" b="1">
                <a:solidFill>
                  <a:srgbClr val="111A34"/>
                </a:solidFill>
              </a:defRPr>
            </a:lvl4pPr>
            <a:lvl5pPr>
              <a:defRPr sz="3000" b="1">
                <a:solidFill>
                  <a:srgbClr val="111A34"/>
                </a:solidFill>
              </a:defRPr>
            </a:lvl5pPr>
            <a:lvl6pPr>
              <a:defRPr sz="3000" b="1">
                <a:solidFill>
                  <a:srgbClr val="111A34"/>
                </a:solidFill>
              </a:defRPr>
            </a:lvl6pPr>
            <a:lvl7pPr>
              <a:defRPr sz="3000" b="1">
                <a:solidFill>
                  <a:srgbClr val="111A34"/>
                </a:solidFill>
              </a:defRPr>
            </a:lvl7pPr>
            <a:lvl8pPr>
              <a:defRPr sz="3000" b="1">
                <a:solidFill>
                  <a:srgbClr val="111A34"/>
                </a:solidFill>
              </a:defRPr>
            </a:lvl8pPr>
            <a:lvl9pPr>
              <a:defRPr sz="3000" b="1">
                <a:solidFill>
                  <a:srgbClr val="111A34"/>
                </a:solidFill>
              </a:defRPr>
            </a:lvl9pPr>
          </a:lstStyle>
          <a:p xmlns:a="http://schemas.openxmlformats.org/drawingml/2006/main">
            <a:pPr>
              <a:defRPr sz="3000" b="1">
                <a:solidFill>
                  <a:srgbClr val="111A34"/>
                </a:solidFill>
              </a:defRPr>
            </a:pPr>
            <a:r>
              <a:rPr sz="3000" b="1">
                <a:solidFill>
                  <a:srgbClr val="111A34"/>
                </a:solidFill>
              </a:rPr>
              <a:t>청킹 개선으로 불필요한 검색 청크를 제거</a:t>
            </a:r>
          </a:p>
        </p:txBody>
      </p:sp>
      <p:sp>
        <p:nvSpPr>
          <p:cNvPr id="3" name="">
            <a:extLst xmlns:a="http://schemas.openxmlformats.org/drawingml/2006/main">
              <a:ext uri="{FF2B5EF4-FFF2-40B4-BE49-F238E27FC236}">
                <a16:creationId xmlns:a16="http://schemas.microsoft.com/office/drawing/2014/main" id="{FA10DF96-BB79-4830-8DB0-D0F46F3BECB5}"/>
              </a:ext>
            </a:extLst>
          </p:cNvPr>
          <p:cNvSpPr>
            <a:spLocks xmlns:a="http://schemas.openxmlformats.org/drawingml/2006/main" noGrp="1"/>
          </p:cNvSpPr>
          <p:nvPr/>
        </p:nvSpPr>
        <p:spPr>
          <a:xfrm xmlns:a="http://schemas.openxmlformats.org/drawingml/2006/main">
            <a:off x="533400" y="1533525"/>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DEF95A2-C976-4FE1-BAD7-FA448731A4DD}"/>
              </a:ext>
            </a:extLst>
          </p:cNvPr>
          <p:cNvSpPr>
            <a:spLocks xmlns:a="http://schemas.openxmlformats.org/drawingml/2006/main" noGrp="1"/>
          </p:cNvSpPr>
          <p:nvPr/>
        </p:nvSpPr>
        <p:spPr>
          <a:xfrm xmlns:a="http://schemas.openxmlformats.org/drawingml/2006/main">
            <a:off x="533400" y="6381750"/>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defRPr sz="1125" b="0">
                <a:solidFill>
                  <a:srgbClr val="5A6680"/>
                </a:solidFill>
              </a:defRPr>
            </a:lvl1pPr>
            <a:lvl2pPr>
              <a:defRPr sz="1125" b="0">
                <a:solidFill>
                  <a:srgbClr val="5A6680"/>
                </a:solidFill>
              </a:defRPr>
            </a:lvl2pPr>
            <a:lvl3pPr>
              <a:defRPr sz="1125" b="0">
                <a:solidFill>
                  <a:srgbClr val="5A6680"/>
                </a:solidFill>
              </a:defRPr>
            </a:lvl3pPr>
            <a:lvl4pPr>
              <a:defRPr sz="1125" b="0">
                <a:solidFill>
                  <a:srgbClr val="5A6680"/>
                </a:solidFill>
              </a:defRPr>
            </a:lvl4pPr>
            <a:lvl5pPr>
              <a:defRPr sz="1125" b="0">
                <a:solidFill>
                  <a:srgbClr val="5A6680"/>
                </a:solidFill>
              </a:defRPr>
            </a:lvl5pPr>
            <a:lvl6pPr>
              <a:defRPr sz="1125" b="0">
                <a:solidFill>
                  <a:srgbClr val="5A6680"/>
                </a:solidFill>
              </a:defRPr>
            </a:lvl6pPr>
            <a:lvl7pPr>
              <a:defRPr sz="1125" b="0">
                <a:solidFill>
                  <a:srgbClr val="5A6680"/>
                </a:solidFill>
              </a:defRPr>
            </a:lvl7pPr>
            <a:lvl8pPr>
              <a:defRPr sz="1125" b="0">
                <a:solidFill>
                  <a:srgbClr val="5A6680"/>
                </a:solidFill>
              </a:defRPr>
            </a:lvl8pPr>
            <a:lvl9pPr>
              <a:defRPr sz="1125" b="0">
                <a:solidFill>
                  <a:srgbClr val="5A6680"/>
                </a:solidFill>
              </a:defRPr>
            </a:lvl9pPr>
          </a:lstStyle>
          <a:p xmlns:a="http://schemas.openxmlformats.org/drawingml/2006/main">
            <a:pPr>
              <a:defRPr sz="1125" b="0">
                <a:solidFill>
                  <a:srgbClr val="5A6680"/>
                </a:solidFill>
              </a:defRPr>
            </a:pPr>
            <a:r>
              <a:rPr sz="1125" b="0">
                <a:solidFill>
                  <a:srgbClr val="5A6680"/>
                </a:solidFill>
              </a:rPr>
              <a:t>tok-talk  |  연구실 화학물질 안전정보 도우미</a:t>
            </a:r>
          </a:p>
        </p:txBody>
      </p:sp>
      <p:sp>
        <p:nvSpPr>
          <p:cNvPr id="5" name="">
            <a:extLst xmlns:a="http://schemas.openxmlformats.org/drawingml/2006/main">
              <a:ext uri="{FF2B5EF4-FFF2-40B4-BE49-F238E27FC236}">
                <a16:creationId xmlns:a16="http://schemas.microsoft.com/office/drawing/2014/main" id="{F661C214-53E7-43FB-9B65-E5814CEF1342}"/>
              </a:ext>
            </a:extLst>
          </p:cNvPr>
          <p:cNvSpPr>
            <a:spLocks xmlns:a="http://schemas.openxmlformats.org/drawingml/2006/main" noGrp="1"/>
          </p:cNvSpPr>
          <p:nvPr/>
        </p:nvSpPr>
        <p:spPr>
          <a:xfrm xmlns:a="http://schemas.openxmlformats.org/drawingml/2006/main">
            <a:off x="11010900" y="63817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defRPr sz="1125" b="0">
                <a:solidFill>
                  <a:srgbClr val="5A6680"/>
                </a:solidFill>
              </a:defRPr>
            </a:lvl1pPr>
            <a:lvl2pPr>
              <a:defRPr sz="1125" b="0">
                <a:solidFill>
                  <a:srgbClr val="5A6680"/>
                </a:solidFill>
              </a:defRPr>
            </a:lvl2pPr>
            <a:lvl3pPr>
              <a:defRPr sz="1125" b="0">
                <a:solidFill>
                  <a:srgbClr val="5A6680"/>
                </a:solidFill>
              </a:defRPr>
            </a:lvl3pPr>
            <a:lvl4pPr>
              <a:defRPr sz="1125" b="0">
                <a:solidFill>
                  <a:srgbClr val="5A6680"/>
                </a:solidFill>
              </a:defRPr>
            </a:lvl4pPr>
            <a:lvl5pPr>
              <a:defRPr sz="1125" b="0">
                <a:solidFill>
                  <a:srgbClr val="5A6680"/>
                </a:solidFill>
              </a:defRPr>
            </a:lvl5pPr>
            <a:lvl6pPr>
              <a:defRPr sz="1125" b="0">
                <a:solidFill>
                  <a:srgbClr val="5A6680"/>
                </a:solidFill>
              </a:defRPr>
            </a:lvl6pPr>
            <a:lvl7pPr>
              <a:defRPr sz="1125" b="0">
                <a:solidFill>
                  <a:srgbClr val="5A6680"/>
                </a:solidFill>
              </a:defRPr>
            </a:lvl7pPr>
            <a:lvl8pPr>
              <a:defRPr sz="1125" b="0">
                <a:solidFill>
                  <a:srgbClr val="5A6680"/>
                </a:solidFill>
              </a:defRPr>
            </a:lvl8pPr>
            <a:lvl9pPr>
              <a:defRPr sz="1125" b="0">
                <a:solidFill>
                  <a:srgbClr val="5A6680"/>
                </a:solidFill>
              </a:defRPr>
            </a:lvl9pPr>
          </a:lstStyle>
          <a:p xmlns:a="http://schemas.openxmlformats.org/drawingml/2006/main">
            <a:pPr>
              <a:defRPr sz="1125" b="0">
                <a:solidFill>
                  <a:srgbClr val="5A6680"/>
                </a:solidFill>
              </a:defRPr>
            </a:pPr>
            <a:r>
              <a:rPr sz="1125" b="0">
                <a:solidFill>
                  <a:srgbClr val="5A6680"/>
                </a:solidFill>
              </a:rPr>
              <a:t>08 / 09</a:t>
            </a:r>
          </a:p>
        </p:txBody>
      </p:sp>
      <p:sp>
        <p:nvSpPr>
          <p:cNvPr id="6" name="">
            <a:extLst xmlns:a="http://schemas.openxmlformats.org/drawingml/2006/main">
              <a:ext uri="{FF2B5EF4-FFF2-40B4-BE49-F238E27FC236}">
                <a16:creationId xmlns:a16="http://schemas.microsoft.com/office/drawing/2014/main" id="{1F91B5D2-85AD-47F0-911C-9F4A2F9B67D6}"/>
              </a:ext>
            </a:extLst>
          </p:cNvPr>
          <p:cNvSpPr>
            <a:spLocks xmlns:a="http://schemas.openxmlformats.org/drawingml/2006/main" noGrp="1"/>
          </p:cNvSpPr>
          <p:nvPr/>
        </p:nvSpPr>
        <p:spPr>
          <a:xfrm xmlns:a="http://schemas.openxmlformats.org/drawingml/2006/main">
            <a:off x="533400" y="1857375"/>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5A6680"/>
                </a:solidFill>
              </a:defRPr>
            </a:defPPr>
            <a:lvl1pPr>
              <a:defRPr sz="1500" b="1">
                <a:solidFill>
                  <a:srgbClr val="5A6680"/>
                </a:solidFill>
              </a:defRPr>
            </a:lvl1pPr>
            <a:lvl2pPr>
              <a:defRPr sz="1500" b="1">
                <a:solidFill>
                  <a:srgbClr val="5A6680"/>
                </a:solidFill>
              </a:defRPr>
            </a:lvl2pPr>
            <a:lvl3pPr>
              <a:defRPr sz="1500" b="1">
                <a:solidFill>
                  <a:srgbClr val="5A6680"/>
                </a:solidFill>
              </a:defRPr>
            </a:lvl3pPr>
            <a:lvl4pPr>
              <a:defRPr sz="1500" b="1">
                <a:solidFill>
                  <a:srgbClr val="5A6680"/>
                </a:solidFill>
              </a:defRPr>
            </a:lvl4pPr>
            <a:lvl5pPr>
              <a:defRPr sz="1500" b="1">
                <a:solidFill>
                  <a:srgbClr val="5A6680"/>
                </a:solidFill>
              </a:defRPr>
            </a:lvl5pPr>
            <a:lvl6pPr>
              <a:defRPr sz="1500" b="1">
                <a:solidFill>
                  <a:srgbClr val="5A6680"/>
                </a:solidFill>
              </a:defRPr>
            </a:lvl6pPr>
            <a:lvl7pPr>
              <a:defRPr sz="1500" b="1">
                <a:solidFill>
                  <a:srgbClr val="5A6680"/>
                </a:solidFill>
              </a:defRPr>
            </a:lvl7pPr>
            <a:lvl8pPr>
              <a:defRPr sz="1500" b="1">
                <a:solidFill>
                  <a:srgbClr val="5A6680"/>
                </a:solidFill>
              </a:defRPr>
            </a:lvl8pPr>
            <a:lvl9pPr>
              <a:defRPr sz="1500" b="1">
                <a:solidFill>
                  <a:srgbClr val="5A6680"/>
                </a:solidFill>
              </a:defRPr>
            </a:lvl9pPr>
          </a:lstStyle>
          <a:p xmlns:a="http://schemas.openxmlformats.org/drawingml/2006/main">
            <a:pPr>
              <a:defRPr sz="1500" b="1">
                <a:solidFill>
                  <a:srgbClr val="5A6680"/>
                </a:solidFill>
              </a:defRPr>
            </a:pPr>
            <a:r>
              <a:rPr sz="1500" b="1">
                <a:solidFill>
                  <a:srgbClr val="5A6680"/>
                </a:solidFill>
              </a:rPr>
              <a:t>지표</a:t>
            </a:r>
          </a:p>
        </p:txBody>
      </p:sp>
      <p:sp>
        <p:nvSpPr>
          <p:cNvPr id="7" name="">
            <a:extLst xmlns:a="http://schemas.openxmlformats.org/drawingml/2006/main">
              <a:ext uri="{FF2B5EF4-FFF2-40B4-BE49-F238E27FC236}">
                <a16:creationId xmlns:a16="http://schemas.microsoft.com/office/drawing/2014/main" id="{BA15E54B-0B97-4045-8CDE-FE65F50AC5EC}"/>
              </a:ext>
            </a:extLst>
          </p:cNvPr>
          <p:cNvSpPr>
            <a:spLocks xmlns:a="http://schemas.openxmlformats.org/drawingml/2006/main" noGrp="1"/>
          </p:cNvSpPr>
          <p:nvPr/>
        </p:nvSpPr>
        <p:spPr>
          <a:xfrm xmlns:a="http://schemas.openxmlformats.org/drawingml/2006/main">
            <a:off x="6667500" y="185737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5A6680"/>
                </a:solidFill>
              </a:defRPr>
            </a:defPPr>
            <a:lvl1pPr>
              <a:defRPr sz="1500" b="1">
                <a:solidFill>
                  <a:srgbClr val="5A6680"/>
                </a:solidFill>
              </a:defRPr>
            </a:lvl1pPr>
            <a:lvl2pPr>
              <a:defRPr sz="1500" b="1">
                <a:solidFill>
                  <a:srgbClr val="5A6680"/>
                </a:solidFill>
              </a:defRPr>
            </a:lvl2pPr>
            <a:lvl3pPr>
              <a:defRPr sz="1500" b="1">
                <a:solidFill>
                  <a:srgbClr val="5A6680"/>
                </a:solidFill>
              </a:defRPr>
            </a:lvl3pPr>
            <a:lvl4pPr>
              <a:defRPr sz="1500" b="1">
                <a:solidFill>
                  <a:srgbClr val="5A6680"/>
                </a:solidFill>
              </a:defRPr>
            </a:lvl4pPr>
            <a:lvl5pPr>
              <a:defRPr sz="1500" b="1">
                <a:solidFill>
                  <a:srgbClr val="5A6680"/>
                </a:solidFill>
              </a:defRPr>
            </a:lvl5pPr>
            <a:lvl6pPr>
              <a:defRPr sz="1500" b="1">
                <a:solidFill>
                  <a:srgbClr val="5A6680"/>
                </a:solidFill>
              </a:defRPr>
            </a:lvl6pPr>
            <a:lvl7pPr>
              <a:defRPr sz="1500" b="1">
                <a:solidFill>
                  <a:srgbClr val="5A6680"/>
                </a:solidFill>
              </a:defRPr>
            </a:lvl7pPr>
            <a:lvl8pPr>
              <a:defRPr sz="1500" b="1">
                <a:solidFill>
                  <a:srgbClr val="5A6680"/>
                </a:solidFill>
              </a:defRPr>
            </a:lvl8pPr>
            <a:lvl9pPr>
              <a:defRPr sz="1500" b="1">
                <a:solidFill>
                  <a:srgbClr val="5A6680"/>
                </a:solidFill>
              </a:defRPr>
            </a:lvl9pPr>
          </a:lstStyle>
          <a:p xmlns:a="http://schemas.openxmlformats.org/drawingml/2006/main">
            <a:pPr>
              <a:defRPr sz="1500" b="1">
                <a:solidFill>
                  <a:srgbClr val="5A6680"/>
                </a:solidFill>
              </a:defRPr>
            </a:pPr>
            <a:r>
              <a:rPr sz="1500" b="1">
                <a:solidFill>
                  <a:srgbClr val="5A6680"/>
                </a:solidFill>
              </a:rPr>
              <a:t>수정 전</a:t>
            </a:r>
          </a:p>
        </p:txBody>
      </p:sp>
      <p:sp>
        <p:nvSpPr>
          <p:cNvPr id="8" name="">
            <a:extLst xmlns:a="http://schemas.openxmlformats.org/drawingml/2006/main">
              <a:ext uri="{FF2B5EF4-FFF2-40B4-BE49-F238E27FC236}">
                <a16:creationId xmlns:a16="http://schemas.microsoft.com/office/drawing/2014/main" id="{C20918BB-10EF-4E09-9942-8E0D708F6670}"/>
              </a:ext>
            </a:extLst>
          </p:cNvPr>
          <p:cNvSpPr>
            <a:spLocks xmlns:a="http://schemas.openxmlformats.org/drawingml/2006/main" noGrp="1"/>
          </p:cNvSpPr>
          <p:nvPr/>
        </p:nvSpPr>
        <p:spPr>
          <a:xfrm xmlns:a="http://schemas.openxmlformats.org/drawingml/2006/main">
            <a:off x="9344025" y="185737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5A6680"/>
                </a:solidFill>
              </a:defRPr>
            </a:defPPr>
            <a:lvl1pPr>
              <a:defRPr sz="1500" b="1">
                <a:solidFill>
                  <a:srgbClr val="5A6680"/>
                </a:solidFill>
              </a:defRPr>
            </a:lvl1pPr>
            <a:lvl2pPr>
              <a:defRPr sz="1500" b="1">
                <a:solidFill>
                  <a:srgbClr val="5A6680"/>
                </a:solidFill>
              </a:defRPr>
            </a:lvl2pPr>
            <a:lvl3pPr>
              <a:defRPr sz="1500" b="1">
                <a:solidFill>
                  <a:srgbClr val="5A6680"/>
                </a:solidFill>
              </a:defRPr>
            </a:lvl3pPr>
            <a:lvl4pPr>
              <a:defRPr sz="1500" b="1">
                <a:solidFill>
                  <a:srgbClr val="5A6680"/>
                </a:solidFill>
              </a:defRPr>
            </a:lvl4pPr>
            <a:lvl5pPr>
              <a:defRPr sz="1500" b="1">
                <a:solidFill>
                  <a:srgbClr val="5A6680"/>
                </a:solidFill>
              </a:defRPr>
            </a:lvl5pPr>
            <a:lvl6pPr>
              <a:defRPr sz="1500" b="1">
                <a:solidFill>
                  <a:srgbClr val="5A6680"/>
                </a:solidFill>
              </a:defRPr>
            </a:lvl6pPr>
            <a:lvl7pPr>
              <a:defRPr sz="1500" b="1">
                <a:solidFill>
                  <a:srgbClr val="5A6680"/>
                </a:solidFill>
              </a:defRPr>
            </a:lvl7pPr>
            <a:lvl8pPr>
              <a:defRPr sz="1500" b="1">
                <a:solidFill>
                  <a:srgbClr val="5A6680"/>
                </a:solidFill>
              </a:defRPr>
            </a:lvl8pPr>
            <a:lvl9pPr>
              <a:defRPr sz="1500" b="1">
                <a:solidFill>
                  <a:srgbClr val="5A6680"/>
                </a:solidFill>
              </a:defRPr>
            </a:lvl9pPr>
          </a:lstStyle>
          <a:p xmlns:a="http://schemas.openxmlformats.org/drawingml/2006/main">
            <a:pPr>
              <a:defRPr sz="1500" b="1">
                <a:solidFill>
                  <a:srgbClr val="5A6680"/>
                </a:solidFill>
              </a:defRPr>
            </a:pPr>
            <a:r>
              <a:rPr sz="1500" b="1">
                <a:solidFill>
                  <a:srgbClr val="5A6680"/>
                </a:solidFill>
              </a:rPr>
              <a:t>수정 후</a:t>
            </a:r>
          </a:p>
        </p:txBody>
      </p:sp>
      <p:sp>
        <p:nvSpPr>
          <p:cNvPr id="9" name="">
            <a:extLst xmlns:a="http://schemas.openxmlformats.org/drawingml/2006/main">
              <a:ext uri="{FF2B5EF4-FFF2-40B4-BE49-F238E27FC236}">
                <a16:creationId xmlns:a16="http://schemas.microsoft.com/office/drawing/2014/main" id="{86FC0D17-9DE7-45D4-BB86-D8255F021097}"/>
              </a:ext>
            </a:extLst>
          </p:cNvPr>
          <p:cNvSpPr>
            <a:spLocks xmlns:a="http://schemas.openxmlformats.org/drawingml/2006/main" noGrp="1"/>
          </p:cNvSpPr>
          <p:nvPr/>
        </p:nvSpPr>
        <p:spPr>
          <a:xfrm xmlns:a="http://schemas.openxmlformats.org/drawingml/2006/main">
            <a:off x="533400" y="2390775"/>
            <a:ext cx="54673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111A34"/>
                </a:solidFill>
              </a:defRPr>
            </a:defPPr>
            <a:lvl1pPr>
              <a:defRPr sz="1800" b="0">
                <a:solidFill>
                  <a:srgbClr val="111A34"/>
                </a:solidFill>
              </a:defRPr>
            </a:lvl1pPr>
            <a:lvl2pPr>
              <a:defRPr sz="1800" b="0">
                <a:solidFill>
                  <a:srgbClr val="111A34"/>
                </a:solidFill>
              </a:defRPr>
            </a:lvl2pPr>
            <a:lvl3pPr>
              <a:defRPr sz="1800" b="0">
                <a:solidFill>
                  <a:srgbClr val="111A34"/>
                </a:solidFill>
              </a:defRPr>
            </a:lvl3pPr>
            <a:lvl4pPr>
              <a:defRPr sz="1800" b="0">
                <a:solidFill>
                  <a:srgbClr val="111A34"/>
                </a:solidFill>
              </a:defRPr>
            </a:lvl4pPr>
            <a:lvl5pPr>
              <a:defRPr sz="1800" b="0">
                <a:solidFill>
                  <a:srgbClr val="111A34"/>
                </a:solidFill>
              </a:defRPr>
            </a:lvl5pPr>
            <a:lvl6pPr>
              <a:defRPr sz="1800" b="0">
                <a:solidFill>
                  <a:srgbClr val="111A34"/>
                </a:solidFill>
              </a:defRPr>
            </a:lvl6pPr>
            <a:lvl7pPr>
              <a:defRPr sz="1800" b="0">
                <a:solidFill>
                  <a:srgbClr val="111A34"/>
                </a:solidFill>
              </a:defRPr>
            </a:lvl7pPr>
            <a:lvl8pPr>
              <a:defRPr sz="1800" b="0">
                <a:solidFill>
                  <a:srgbClr val="111A34"/>
                </a:solidFill>
              </a:defRPr>
            </a:lvl8pPr>
            <a:lvl9pPr>
              <a:defRPr sz="1800" b="0">
                <a:solidFill>
                  <a:srgbClr val="111A34"/>
                </a:solidFill>
              </a:defRPr>
            </a:lvl9pPr>
          </a:lstStyle>
          <a:p xmlns:a="http://schemas.openxmlformats.org/drawingml/2006/main">
            <a:pPr>
              <a:defRPr sz="1800" b="0">
                <a:solidFill>
                  <a:srgbClr val="111A34"/>
                </a:solidFill>
              </a:defRPr>
            </a:pPr>
            <a:r>
              <a:rPr sz="1800" b="0">
                <a:solidFill>
                  <a:srgbClr val="111A34"/>
                </a:solidFill>
              </a:rPr>
              <a:t>전체 청크</a:t>
            </a:r>
          </a:p>
        </p:txBody>
      </p:sp>
      <p:sp>
        <p:nvSpPr>
          <p:cNvPr id="10" name="">
            <a:extLst xmlns:a="http://schemas.openxmlformats.org/drawingml/2006/main">
              <a:ext uri="{FF2B5EF4-FFF2-40B4-BE49-F238E27FC236}">
                <a16:creationId xmlns:a16="http://schemas.microsoft.com/office/drawing/2014/main" id="{2E4F453B-0BCC-46F1-A3A3-D6A732957887}"/>
              </a:ext>
            </a:extLst>
          </p:cNvPr>
          <p:cNvSpPr>
            <a:spLocks xmlns:a="http://schemas.openxmlformats.org/drawingml/2006/main" noGrp="1"/>
          </p:cNvSpPr>
          <p:nvPr/>
        </p:nvSpPr>
        <p:spPr>
          <a:xfrm xmlns:a="http://schemas.openxmlformats.org/drawingml/2006/main">
            <a:off x="6677025" y="2390775"/>
            <a:ext cx="1619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325" b="1">
                <a:solidFill>
                  <a:srgbClr val="5A6680"/>
                </a:solidFill>
              </a:defRPr>
            </a:defPPr>
            <a:lvl1pPr>
              <a:defRPr sz="2325" b="1">
                <a:solidFill>
                  <a:srgbClr val="5A6680"/>
                </a:solidFill>
              </a:defRPr>
            </a:lvl1pPr>
            <a:lvl2pPr>
              <a:defRPr sz="2325" b="1">
                <a:solidFill>
                  <a:srgbClr val="5A6680"/>
                </a:solidFill>
              </a:defRPr>
            </a:lvl2pPr>
            <a:lvl3pPr>
              <a:defRPr sz="2325" b="1">
                <a:solidFill>
                  <a:srgbClr val="5A6680"/>
                </a:solidFill>
              </a:defRPr>
            </a:lvl3pPr>
            <a:lvl4pPr>
              <a:defRPr sz="2325" b="1">
                <a:solidFill>
                  <a:srgbClr val="5A6680"/>
                </a:solidFill>
              </a:defRPr>
            </a:lvl4pPr>
            <a:lvl5pPr>
              <a:defRPr sz="2325" b="1">
                <a:solidFill>
                  <a:srgbClr val="5A6680"/>
                </a:solidFill>
              </a:defRPr>
            </a:lvl5pPr>
            <a:lvl6pPr>
              <a:defRPr sz="2325" b="1">
                <a:solidFill>
                  <a:srgbClr val="5A6680"/>
                </a:solidFill>
              </a:defRPr>
            </a:lvl6pPr>
            <a:lvl7pPr>
              <a:defRPr sz="2325" b="1">
                <a:solidFill>
                  <a:srgbClr val="5A6680"/>
                </a:solidFill>
              </a:defRPr>
            </a:lvl7pPr>
            <a:lvl8pPr>
              <a:defRPr sz="2325" b="1">
                <a:solidFill>
                  <a:srgbClr val="5A6680"/>
                </a:solidFill>
              </a:defRPr>
            </a:lvl8pPr>
            <a:lvl9pPr>
              <a:defRPr sz="2325" b="1">
                <a:solidFill>
                  <a:srgbClr val="5A6680"/>
                </a:solidFill>
              </a:defRPr>
            </a:lvl9pPr>
          </a:lstStyle>
          <a:p xmlns:a="http://schemas.openxmlformats.org/drawingml/2006/main">
            <a:pPr>
              <a:defRPr sz="2325" b="1">
                <a:solidFill>
                  <a:srgbClr val="5A6680"/>
                </a:solidFill>
              </a:defRPr>
            </a:pPr>
            <a:r>
              <a:rPr sz="2325" b="1">
                <a:solidFill>
                  <a:srgbClr val="5A6680"/>
                </a:solidFill>
              </a:rPr>
              <a:t>715</a:t>
            </a:r>
          </a:p>
        </p:txBody>
      </p:sp>
      <p:sp>
        <p:nvSpPr>
          <p:cNvPr id="11" name="">
            <a:extLst xmlns:a="http://schemas.openxmlformats.org/drawingml/2006/main">
              <a:ext uri="{FF2B5EF4-FFF2-40B4-BE49-F238E27FC236}">
                <a16:creationId xmlns:a16="http://schemas.microsoft.com/office/drawing/2014/main" id="{66A17111-C195-4E89-8EC7-A999FC76992B}"/>
              </a:ext>
            </a:extLst>
          </p:cNvPr>
          <p:cNvSpPr>
            <a:spLocks xmlns:a="http://schemas.openxmlformats.org/drawingml/2006/main" noGrp="1"/>
          </p:cNvSpPr>
          <p:nvPr/>
        </p:nvSpPr>
        <p:spPr>
          <a:xfrm xmlns:a="http://schemas.openxmlformats.org/drawingml/2006/main">
            <a:off x="9324975" y="2390775"/>
            <a:ext cx="1619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325" b="1">
                <a:solidFill>
                  <a:srgbClr val="127253"/>
                </a:solidFill>
              </a:defRPr>
            </a:defPPr>
            <a:lvl1pPr>
              <a:defRPr sz="2325" b="1">
                <a:solidFill>
                  <a:srgbClr val="127253"/>
                </a:solidFill>
              </a:defRPr>
            </a:lvl1pPr>
            <a:lvl2pPr>
              <a:defRPr sz="2325" b="1">
                <a:solidFill>
                  <a:srgbClr val="127253"/>
                </a:solidFill>
              </a:defRPr>
            </a:lvl2pPr>
            <a:lvl3pPr>
              <a:defRPr sz="2325" b="1">
                <a:solidFill>
                  <a:srgbClr val="127253"/>
                </a:solidFill>
              </a:defRPr>
            </a:lvl3pPr>
            <a:lvl4pPr>
              <a:defRPr sz="2325" b="1">
                <a:solidFill>
                  <a:srgbClr val="127253"/>
                </a:solidFill>
              </a:defRPr>
            </a:lvl4pPr>
            <a:lvl5pPr>
              <a:defRPr sz="2325" b="1">
                <a:solidFill>
                  <a:srgbClr val="127253"/>
                </a:solidFill>
              </a:defRPr>
            </a:lvl5pPr>
            <a:lvl6pPr>
              <a:defRPr sz="2325" b="1">
                <a:solidFill>
                  <a:srgbClr val="127253"/>
                </a:solidFill>
              </a:defRPr>
            </a:lvl6pPr>
            <a:lvl7pPr>
              <a:defRPr sz="2325" b="1">
                <a:solidFill>
                  <a:srgbClr val="127253"/>
                </a:solidFill>
              </a:defRPr>
            </a:lvl7pPr>
            <a:lvl8pPr>
              <a:defRPr sz="2325" b="1">
                <a:solidFill>
                  <a:srgbClr val="127253"/>
                </a:solidFill>
              </a:defRPr>
            </a:lvl8pPr>
            <a:lvl9pPr>
              <a:defRPr sz="2325" b="1">
                <a:solidFill>
                  <a:srgbClr val="127253"/>
                </a:solidFill>
              </a:defRPr>
            </a:lvl9pPr>
          </a:lstStyle>
          <a:p xmlns:a="http://schemas.openxmlformats.org/drawingml/2006/main">
            <a:pPr>
              <a:defRPr sz="2325" b="1">
                <a:solidFill>
                  <a:srgbClr val="127253"/>
                </a:solidFill>
              </a:defRPr>
            </a:pPr>
            <a:r>
              <a:rPr sz="2325" b="1">
                <a:solidFill>
                  <a:srgbClr val="127253"/>
                </a:solidFill>
              </a:rPr>
              <a:t>553</a:t>
            </a:r>
          </a:p>
        </p:txBody>
      </p:sp>
      <p:sp>
        <p:nvSpPr>
          <p:cNvPr id="12" name="">
            <a:extLst xmlns:a="http://schemas.openxmlformats.org/drawingml/2006/main">
              <a:ext uri="{FF2B5EF4-FFF2-40B4-BE49-F238E27FC236}">
                <a16:creationId xmlns:a16="http://schemas.microsoft.com/office/drawing/2014/main" id="{7B3B46A0-FB5C-432C-8BF2-E60291E60C60}"/>
              </a:ext>
            </a:extLst>
          </p:cNvPr>
          <p:cNvSpPr>
            <a:spLocks xmlns:a="http://schemas.openxmlformats.org/drawingml/2006/main" noGrp="1"/>
          </p:cNvSpPr>
          <p:nvPr/>
        </p:nvSpPr>
        <p:spPr>
          <a:xfrm xmlns:a="http://schemas.openxmlformats.org/drawingml/2006/main">
            <a:off x="533400" y="2952750"/>
            <a:ext cx="11125200" cy="9525"/>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D140994-2156-489B-8E29-B84BE22B65B1}"/>
              </a:ext>
            </a:extLst>
          </p:cNvPr>
          <p:cNvSpPr>
            <a:spLocks xmlns:a="http://schemas.openxmlformats.org/drawingml/2006/main" noGrp="1"/>
          </p:cNvSpPr>
          <p:nvPr/>
        </p:nvSpPr>
        <p:spPr>
          <a:xfrm xmlns:a="http://schemas.openxmlformats.org/drawingml/2006/main">
            <a:off x="533400" y="3095625"/>
            <a:ext cx="54673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111A34"/>
                </a:solidFill>
              </a:defRPr>
            </a:defPPr>
            <a:lvl1pPr>
              <a:defRPr sz="1800" b="0">
                <a:solidFill>
                  <a:srgbClr val="111A34"/>
                </a:solidFill>
              </a:defRPr>
            </a:lvl1pPr>
            <a:lvl2pPr>
              <a:defRPr sz="1800" b="0">
                <a:solidFill>
                  <a:srgbClr val="111A34"/>
                </a:solidFill>
              </a:defRPr>
            </a:lvl2pPr>
            <a:lvl3pPr>
              <a:defRPr sz="1800" b="0">
                <a:solidFill>
                  <a:srgbClr val="111A34"/>
                </a:solidFill>
              </a:defRPr>
            </a:lvl3pPr>
            <a:lvl4pPr>
              <a:defRPr sz="1800" b="0">
                <a:solidFill>
                  <a:srgbClr val="111A34"/>
                </a:solidFill>
              </a:defRPr>
            </a:lvl4pPr>
            <a:lvl5pPr>
              <a:defRPr sz="1800" b="0">
                <a:solidFill>
                  <a:srgbClr val="111A34"/>
                </a:solidFill>
              </a:defRPr>
            </a:lvl5pPr>
            <a:lvl6pPr>
              <a:defRPr sz="1800" b="0">
                <a:solidFill>
                  <a:srgbClr val="111A34"/>
                </a:solidFill>
              </a:defRPr>
            </a:lvl6pPr>
            <a:lvl7pPr>
              <a:defRPr sz="1800" b="0">
                <a:solidFill>
                  <a:srgbClr val="111A34"/>
                </a:solidFill>
              </a:defRPr>
            </a:lvl7pPr>
            <a:lvl8pPr>
              <a:defRPr sz="1800" b="0">
                <a:solidFill>
                  <a:srgbClr val="111A34"/>
                </a:solidFill>
              </a:defRPr>
            </a:lvl8pPr>
            <a:lvl9pPr>
              <a:defRPr sz="1800" b="0">
                <a:solidFill>
                  <a:srgbClr val="111A34"/>
                </a:solidFill>
              </a:defRPr>
            </a:lvl9pPr>
          </a:lstStyle>
          <a:p xmlns:a="http://schemas.openxmlformats.org/drawingml/2006/main">
            <a:pPr>
              <a:defRPr sz="1800" b="0">
                <a:solidFill>
                  <a:srgbClr val="111A34"/>
                </a:solidFill>
              </a:defRPr>
            </a:pPr>
            <a:r>
              <a:rPr sz="1800" b="0">
                <a:solidFill>
                  <a:srgbClr val="111A34"/>
                </a:solidFill>
              </a:rPr>
              <a:t>“자료 없음” 청크</a:t>
            </a:r>
          </a:p>
        </p:txBody>
      </p:sp>
      <p:sp>
        <p:nvSpPr>
          <p:cNvPr id="14" name="">
            <a:extLst xmlns:a="http://schemas.openxmlformats.org/drawingml/2006/main">
              <a:ext uri="{FF2B5EF4-FFF2-40B4-BE49-F238E27FC236}">
                <a16:creationId xmlns:a16="http://schemas.microsoft.com/office/drawing/2014/main" id="{FD83ED5D-480E-49D9-9E6C-B3F521DAF8A9}"/>
              </a:ext>
            </a:extLst>
          </p:cNvPr>
          <p:cNvSpPr>
            <a:spLocks xmlns:a="http://schemas.openxmlformats.org/drawingml/2006/main" noGrp="1"/>
          </p:cNvSpPr>
          <p:nvPr/>
        </p:nvSpPr>
        <p:spPr>
          <a:xfrm xmlns:a="http://schemas.openxmlformats.org/drawingml/2006/main">
            <a:off x="6677025" y="3095625"/>
            <a:ext cx="1619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325" b="1">
                <a:solidFill>
                  <a:srgbClr val="5A6680"/>
                </a:solidFill>
              </a:defRPr>
            </a:defPPr>
            <a:lvl1pPr>
              <a:defRPr sz="2325" b="1">
                <a:solidFill>
                  <a:srgbClr val="5A6680"/>
                </a:solidFill>
              </a:defRPr>
            </a:lvl1pPr>
            <a:lvl2pPr>
              <a:defRPr sz="2325" b="1">
                <a:solidFill>
                  <a:srgbClr val="5A6680"/>
                </a:solidFill>
              </a:defRPr>
            </a:lvl2pPr>
            <a:lvl3pPr>
              <a:defRPr sz="2325" b="1">
                <a:solidFill>
                  <a:srgbClr val="5A6680"/>
                </a:solidFill>
              </a:defRPr>
            </a:lvl3pPr>
            <a:lvl4pPr>
              <a:defRPr sz="2325" b="1">
                <a:solidFill>
                  <a:srgbClr val="5A6680"/>
                </a:solidFill>
              </a:defRPr>
            </a:lvl4pPr>
            <a:lvl5pPr>
              <a:defRPr sz="2325" b="1">
                <a:solidFill>
                  <a:srgbClr val="5A6680"/>
                </a:solidFill>
              </a:defRPr>
            </a:lvl5pPr>
            <a:lvl6pPr>
              <a:defRPr sz="2325" b="1">
                <a:solidFill>
                  <a:srgbClr val="5A6680"/>
                </a:solidFill>
              </a:defRPr>
            </a:lvl6pPr>
            <a:lvl7pPr>
              <a:defRPr sz="2325" b="1">
                <a:solidFill>
                  <a:srgbClr val="5A6680"/>
                </a:solidFill>
              </a:defRPr>
            </a:lvl7pPr>
            <a:lvl8pPr>
              <a:defRPr sz="2325" b="1">
                <a:solidFill>
                  <a:srgbClr val="5A6680"/>
                </a:solidFill>
              </a:defRPr>
            </a:lvl8pPr>
            <a:lvl9pPr>
              <a:defRPr sz="2325" b="1">
                <a:solidFill>
                  <a:srgbClr val="5A6680"/>
                </a:solidFill>
              </a:defRPr>
            </a:lvl9pPr>
          </a:lstStyle>
          <a:p xmlns:a="http://schemas.openxmlformats.org/drawingml/2006/main">
            <a:pPr>
              <a:defRPr sz="2325" b="1">
                <a:solidFill>
                  <a:srgbClr val="5A6680"/>
                </a:solidFill>
              </a:defRPr>
            </a:pPr>
            <a:r>
              <a:rPr sz="2325" b="1">
                <a:solidFill>
                  <a:srgbClr val="5A6680"/>
                </a:solidFill>
              </a:rPr>
              <a:t>107</a:t>
            </a:r>
          </a:p>
        </p:txBody>
      </p:sp>
      <p:sp>
        <p:nvSpPr>
          <p:cNvPr id="15" name="">
            <a:extLst xmlns:a="http://schemas.openxmlformats.org/drawingml/2006/main">
              <a:ext uri="{FF2B5EF4-FFF2-40B4-BE49-F238E27FC236}">
                <a16:creationId xmlns:a16="http://schemas.microsoft.com/office/drawing/2014/main" id="{C1525592-80CF-417D-8133-B8FB807C8CEF}"/>
              </a:ext>
            </a:extLst>
          </p:cNvPr>
          <p:cNvSpPr>
            <a:spLocks xmlns:a="http://schemas.openxmlformats.org/drawingml/2006/main" noGrp="1"/>
          </p:cNvSpPr>
          <p:nvPr/>
        </p:nvSpPr>
        <p:spPr>
          <a:xfrm xmlns:a="http://schemas.openxmlformats.org/drawingml/2006/main">
            <a:off x="9324975" y="3095625"/>
            <a:ext cx="1619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325" b="1">
                <a:solidFill>
                  <a:srgbClr val="127253"/>
                </a:solidFill>
              </a:defRPr>
            </a:defPPr>
            <a:lvl1pPr>
              <a:defRPr sz="2325" b="1">
                <a:solidFill>
                  <a:srgbClr val="127253"/>
                </a:solidFill>
              </a:defRPr>
            </a:lvl1pPr>
            <a:lvl2pPr>
              <a:defRPr sz="2325" b="1">
                <a:solidFill>
                  <a:srgbClr val="127253"/>
                </a:solidFill>
              </a:defRPr>
            </a:lvl2pPr>
            <a:lvl3pPr>
              <a:defRPr sz="2325" b="1">
                <a:solidFill>
                  <a:srgbClr val="127253"/>
                </a:solidFill>
              </a:defRPr>
            </a:lvl3pPr>
            <a:lvl4pPr>
              <a:defRPr sz="2325" b="1">
                <a:solidFill>
                  <a:srgbClr val="127253"/>
                </a:solidFill>
              </a:defRPr>
            </a:lvl4pPr>
            <a:lvl5pPr>
              <a:defRPr sz="2325" b="1">
                <a:solidFill>
                  <a:srgbClr val="127253"/>
                </a:solidFill>
              </a:defRPr>
            </a:lvl5pPr>
            <a:lvl6pPr>
              <a:defRPr sz="2325" b="1">
                <a:solidFill>
                  <a:srgbClr val="127253"/>
                </a:solidFill>
              </a:defRPr>
            </a:lvl6pPr>
            <a:lvl7pPr>
              <a:defRPr sz="2325" b="1">
                <a:solidFill>
                  <a:srgbClr val="127253"/>
                </a:solidFill>
              </a:defRPr>
            </a:lvl7pPr>
            <a:lvl8pPr>
              <a:defRPr sz="2325" b="1">
                <a:solidFill>
                  <a:srgbClr val="127253"/>
                </a:solidFill>
              </a:defRPr>
            </a:lvl8pPr>
            <a:lvl9pPr>
              <a:defRPr sz="2325" b="1">
                <a:solidFill>
                  <a:srgbClr val="127253"/>
                </a:solidFill>
              </a:defRPr>
            </a:lvl9pPr>
          </a:lstStyle>
          <a:p xmlns:a="http://schemas.openxmlformats.org/drawingml/2006/main">
            <a:pPr>
              <a:defRPr sz="2325" b="1">
                <a:solidFill>
                  <a:srgbClr val="127253"/>
                </a:solidFill>
              </a:defRPr>
            </a:pPr>
            <a:r>
              <a:rPr sz="2325" b="1">
                <a:solidFill>
                  <a:srgbClr val="127253"/>
                </a:solidFill>
              </a:rPr>
              <a:t>0</a:t>
            </a:r>
          </a:p>
        </p:txBody>
      </p:sp>
      <p:sp>
        <p:nvSpPr>
          <p:cNvPr id="16" name="">
            <a:extLst xmlns:a="http://schemas.openxmlformats.org/drawingml/2006/main">
              <a:ext uri="{FF2B5EF4-FFF2-40B4-BE49-F238E27FC236}">
                <a16:creationId xmlns:a16="http://schemas.microsoft.com/office/drawing/2014/main" id="{9A89EE10-F2CC-47E6-A988-D07C306BDC1B}"/>
              </a:ext>
            </a:extLst>
          </p:cNvPr>
          <p:cNvSpPr>
            <a:spLocks xmlns:a="http://schemas.openxmlformats.org/drawingml/2006/main" noGrp="1"/>
          </p:cNvSpPr>
          <p:nvPr/>
        </p:nvSpPr>
        <p:spPr>
          <a:xfrm xmlns:a="http://schemas.openxmlformats.org/drawingml/2006/main">
            <a:off x="533400" y="3657600"/>
            <a:ext cx="11125200" cy="9525"/>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55345AC-0A12-455D-86C0-911637A76720}"/>
              </a:ext>
            </a:extLst>
          </p:cNvPr>
          <p:cNvSpPr>
            <a:spLocks xmlns:a="http://schemas.openxmlformats.org/drawingml/2006/main" noGrp="1"/>
          </p:cNvSpPr>
          <p:nvPr/>
        </p:nvSpPr>
        <p:spPr>
          <a:xfrm xmlns:a="http://schemas.openxmlformats.org/drawingml/2006/main">
            <a:off x="533400" y="3800475"/>
            <a:ext cx="54673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111A34"/>
                </a:solidFill>
              </a:defRPr>
            </a:defPPr>
            <a:lvl1pPr>
              <a:defRPr sz="1800" b="0">
                <a:solidFill>
                  <a:srgbClr val="111A34"/>
                </a:solidFill>
              </a:defRPr>
            </a:lvl1pPr>
            <a:lvl2pPr>
              <a:defRPr sz="1800" b="0">
                <a:solidFill>
                  <a:srgbClr val="111A34"/>
                </a:solidFill>
              </a:defRPr>
            </a:lvl2pPr>
            <a:lvl3pPr>
              <a:defRPr sz="1800" b="0">
                <a:solidFill>
                  <a:srgbClr val="111A34"/>
                </a:solidFill>
              </a:defRPr>
            </a:lvl3pPr>
            <a:lvl4pPr>
              <a:defRPr sz="1800" b="0">
                <a:solidFill>
                  <a:srgbClr val="111A34"/>
                </a:solidFill>
              </a:defRPr>
            </a:lvl4pPr>
            <a:lvl5pPr>
              <a:defRPr sz="1800" b="0">
                <a:solidFill>
                  <a:srgbClr val="111A34"/>
                </a:solidFill>
              </a:defRPr>
            </a:lvl5pPr>
            <a:lvl6pPr>
              <a:defRPr sz="1800" b="0">
                <a:solidFill>
                  <a:srgbClr val="111A34"/>
                </a:solidFill>
              </a:defRPr>
            </a:lvl6pPr>
            <a:lvl7pPr>
              <a:defRPr sz="1800" b="0">
                <a:solidFill>
                  <a:srgbClr val="111A34"/>
                </a:solidFill>
              </a:defRPr>
            </a:lvl7pPr>
            <a:lvl8pPr>
              <a:defRPr sz="1800" b="0">
                <a:solidFill>
                  <a:srgbClr val="111A34"/>
                </a:solidFill>
              </a:defRPr>
            </a:lvl8pPr>
            <a:lvl9pPr>
              <a:defRPr sz="1800" b="0">
                <a:solidFill>
                  <a:srgbClr val="111A34"/>
                </a:solidFill>
              </a:defRPr>
            </a:lvl9pPr>
          </a:lstStyle>
          <a:p xmlns:a="http://schemas.openxmlformats.org/drawingml/2006/main">
            <a:pPr>
              <a:defRPr sz="1800" b="0">
                <a:solidFill>
                  <a:srgbClr val="111A34"/>
                </a:solidFill>
              </a:defRPr>
            </a:pPr>
            <a:r>
              <a:rPr sz="1800" b="0">
                <a:solidFill>
                  <a:srgbClr val="111A34"/>
                </a:solidFill>
              </a:rPr>
              <a:t>본문 없는 머리글</a:t>
            </a:r>
          </a:p>
        </p:txBody>
      </p:sp>
      <p:sp>
        <p:nvSpPr>
          <p:cNvPr id="18" name="">
            <a:extLst xmlns:a="http://schemas.openxmlformats.org/drawingml/2006/main">
              <a:ext uri="{FF2B5EF4-FFF2-40B4-BE49-F238E27FC236}">
                <a16:creationId xmlns:a16="http://schemas.microsoft.com/office/drawing/2014/main" id="{F51E4754-DA2D-4366-85C9-12DAFA455492}"/>
              </a:ext>
            </a:extLst>
          </p:cNvPr>
          <p:cNvSpPr>
            <a:spLocks xmlns:a="http://schemas.openxmlformats.org/drawingml/2006/main" noGrp="1"/>
          </p:cNvSpPr>
          <p:nvPr/>
        </p:nvSpPr>
        <p:spPr>
          <a:xfrm xmlns:a="http://schemas.openxmlformats.org/drawingml/2006/main">
            <a:off x="6677025" y="3800475"/>
            <a:ext cx="1619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325" b="1">
                <a:solidFill>
                  <a:srgbClr val="5A6680"/>
                </a:solidFill>
              </a:defRPr>
            </a:defPPr>
            <a:lvl1pPr>
              <a:defRPr sz="2325" b="1">
                <a:solidFill>
                  <a:srgbClr val="5A6680"/>
                </a:solidFill>
              </a:defRPr>
            </a:lvl1pPr>
            <a:lvl2pPr>
              <a:defRPr sz="2325" b="1">
                <a:solidFill>
                  <a:srgbClr val="5A6680"/>
                </a:solidFill>
              </a:defRPr>
            </a:lvl2pPr>
            <a:lvl3pPr>
              <a:defRPr sz="2325" b="1">
                <a:solidFill>
                  <a:srgbClr val="5A6680"/>
                </a:solidFill>
              </a:defRPr>
            </a:lvl3pPr>
            <a:lvl4pPr>
              <a:defRPr sz="2325" b="1">
                <a:solidFill>
                  <a:srgbClr val="5A6680"/>
                </a:solidFill>
              </a:defRPr>
            </a:lvl4pPr>
            <a:lvl5pPr>
              <a:defRPr sz="2325" b="1">
                <a:solidFill>
                  <a:srgbClr val="5A6680"/>
                </a:solidFill>
              </a:defRPr>
            </a:lvl5pPr>
            <a:lvl6pPr>
              <a:defRPr sz="2325" b="1">
                <a:solidFill>
                  <a:srgbClr val="5A6680"/>
                </a:solidFill>
              </a:defRPr>
            </a:lvl6pPr>
            <a:lvl7pPr>
              <a:defRPr sz="2325" b="1">
                <a:solidFill>
                  <a:srgbClr val="5A6680"/>
                </a:solidFill>
              </a:defRPr>
            </a:lvl7pPr>
            <a:lvl8pPr>
              <a:defRPr sz="2325" b="1">
                <a:solidFill>
                  <a:srgbClr val="5A6680"/>
                </a:solidFill>
              </a:defRPr>
            </a:lvl8pPr>
            <a:lvl9pPr>
              <a:defRPr sz="2325" b="1">
                <a:solidFill>
                  <a:srgbClr val="5A6680"/>
                </a:solidFill>
              </a:defRPr>
            </a:lvl9pPr>
          </a:lstStyle>
          <a:p xmlns:a="http://schemas.openxmlformats.org/drawingml/2006/main">
            <a:pPr>
              <a:defRPr sz="2325" b="1">
                <a:solidFill>
                  <a:srgbClr val="5A6680"/>
                </a:solidFill>
              </a:defRPr>
            </a:pPr>
            <a:r>
              <a:rPr sz="2325" b="1">
                <a:solidFill>
                  <a:srgbClr val="5A6680"/>
                </a:solidFill>
              </a:rPr>
              <a:t>66</a:t>
            </a:r>
          </a:p>
        </p:txBody>
      </p:sp>
      <p:sp>
        <p:nvSpPr>
          <p:cNvPr id="19" name="">
            <a:extLst xmlns:a="http://schemas.openxmlformats.org/drawingml/2006/main">
              <a:ext uri="{FF2B5EF4-FFF2-40B4-BE49-F238E27FC236}">
                <a16:creationId xmlns:a16="http://schemas.microsoft.com/office/drawing/2014/main" id="{E437497F-4503-4951-AE3A-196D10DF7FCC}"/>
              </a:ext>
            </a:extLst>
          </p:cNvPr>
          <p:cNvSpPr>
            <a:spLocks xmlns:a="http://schemas.openxmlformats.org/drawingml/2006/main" noGrp="1"/>
          </p:cNvSpPr>
          <p:nvPr/>
        </p:nvSpPr>
        <p:spPr>
          <a:xfrm xmlns:a="http://schemas.openxmlformats.org/drawingml/2006/main">
            <a:off x="9324975" y="3800475"/>
            <a:ext cx="1619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325" b="1">
                <a:solidFill>
                  <a:srgbClr val="127253"/>
                </a:solidFill>
              </a:defRPr>
            </a:defPPr>
            <a:lvl1pPr>
              <a:defRPr sz="2325" b="1">
                <a:solidFill>
                  <a:srgbClr val="127253"/>
                </a:solidFill>
              </a:defRPr>
            </a:lvl1pPr>
            <a:lvl2pPr>
              <a:defRPr sz="2325" b="1">
                <a:solidFill>
                  <a:srgbClr val="127253"/>
                </a:solidFill>
              </a:defRPr>
            </a:lvl2pPr>
            <a:lvl3pPr>
              <a:defRPr sz="2325" b="1">
                <a:solidFill>
                  <a:srgbClr val="127253"/>
                </a:solidFill>
              </a:defRPr>
            </a:lvl3pPr>
            <a:lvl4pPr>
              <a:defRPr sz="2325" b="1">
                <a:solidFill>
                  <a:srgbClr val="127253"/>
                </a:solidFill>
              </a:defRPr>
            </a:lvl4pPr>
            <a:lvl5pPr>
              <a:defRPr sz="2325" b="1">
                <a:solidFill>
                  <a:srgbClr val="127253"/>
                </a:solidFill>
              </a:defRPr>
            </a:lvl5pPr>
            <a:lvl6pPr>
              <a:defRPr sz="2325" b="1">
                <a:solidFill>
                  <a:srgbClr val="127253"/>
                </a:solidFill>
              </a:defRPr>
            </a:lvl6pPr>
            <a:lvl7pPr>
              <a:defRPr sz="2325" b="1">
                <a:solidFill>
                  <a:srgbClr val="127253"/>
                </a:solidFill>
              </a:defRPr>
            </a:lvl7pPr>
            <a:lvl8pPr>
              <a:defRPr sz="2325" b="1">
                <a:solidFill>
                  <a:srgbClr val="127253"/>
                </a:solidFill>
              </a:defRPr>
            </a:lvl8pPr>
            <a:lvl9pPr>
              <a:defRPr sz="2325" b="1">
                <a:solidFill>
                  <a:srgbClr val="127253"/>
                </a:solidFill>
              </a:defRPr>
            </a:lvl9pPr>
          </a:lstStyle>
          <a:p xmlns:a="http://schemas.openxmlformats.org/drawingml/2006/main">
            <a:pPr>
              <a:defRPr sz="2325" b="1">
                <a:solidFill>
                  <a:srgbClr val="127253"/>
                </a:solidFill>
              </a:defRPr>
            </a:pPr>
            <a:r>
              <a:rPr sz="2325" b="1">
                <a:solidFill>
                  <a:srgbClr val="127253"/>
                </a:solidFill>
              </a:rPr>
              <a:t>0</a:t>
            </a:r>
          </a:p>
        </p:txBody>
      </p:sp>
      <p:sp>
        <p:nvSpPr>
          <p:cNvPr id="20" name="">
            <a:extLst xmlns:a="http://schemas.openxmlformats.org/drawingml/2006/main">
              <a:ext uri="{FF2B5EF4-FFF2-40B4-BE49-F238E27FC236}">
                <a16:creationId xmlns:a16="http://schemas.microsoft.com/office/drawing/2014/main" id="{1E50E24D-642E-4B79-B7EB-244E5662336E}"/>
              </a:ext>
            </a:extLst>
          </p:cNvPr>
          <p:cNvSpPr>
            <a:spLocks xmlns:a="http://schemas.openxmlformats.org/drawingml/2006/main" noGrp="1"/>
          </p:cNvSpPr>
          <p:nvPr/>
        </p:nvSpPr>
        <p:spPr>
          <a:xfrm xmlns:a="http://schemas.openxmlformats.org/drawingml/2006/main">
            <a:off x="533400" y="4362450"/>
            <a:ext cx="11125200" cy="9525"/>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664ACD7-5453-432F-A5E8-E8CEE1505AD1}"/>
              </a:ext>
            </a:extLst>
          </p:cNvPr>
          <p:cNvSpPr>
            <a:spLocks xmlns:a="http://schemas.openxmlformats.org/drawingml/2006/main" noGrp="1"/>
          </p:cNvSpPr>
          <p:nvPr/>
        </p:nvSpPr>
        <p:spPr>
          <a:xfrm xmlns:a="http://schemas.openxmlformats.org/drawingml/2006/main">
            <a:off x="533400" y="4505325"/>
            <a:ext cx="54673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111A34"/>
                </a:solidFill>
              </a:defRPr>
            </a:defPPr>
            <a:lvl1pPr>
              <a:defRPr sz="1800" b="0">
                <a:solidFill>
                  <a:srgbClr val="111A34"/>
                </a:solidFill>
              </a:defRPr>
            </a:lvl1pPr>
            <a:lvl2pPr>
              <a:defRPr sz="1800" b="0">
                <a:solidFill>
                  <a:srgbClr val="111A34"/>
                </a:solidFill>
              </a:defRPr>
            </a:lvl2pPr>
            <a:lvl3pPr>
              <a:defRPr sz="1800" b="0">
                <a:solidFill>
                  <a:srgbClr val="111A34"/>
                </a:solidFill>
              </a:defRPr>
            </a:lvl3pPr>
            <a:lvl4pPr>
              <a:defRPr sz="1800" b="0">
                <a:solidFill>
                  <a:srgbClr val="111A34"/>
                </a:solidFill>
              </a:defRPr>
            </a:lvl4pPr>
            <a:lvl5pPr>
              <a:defRPr sz="1800" b="0">
                <a:solidFill>
                  <a:srgbClr val="111A34"/>
                </a:solidFill>
              </a:defRPr>
            </a:lvl5pPr>
            <a:lvl6pPr>
              <a:defRPr sz="1800" b="0">
                <a:solidFill>
                  <a:srgbClr val="111A34"/>
                </a:solidFill>
              </a:defRPr>
            </a:lvl6pPr>
            <a:lvl7pPr>
              <a:defRPr sz="1800" b="0">
                <a:solidFill>
                  <a:srgbClr val="111A34"/>
                </a:solidFill>
              </a:defRPr>
            </a:lvl7pPr>
            <a:lvl8pPr>
              <a:defRPr sz="1800" b="0">
                <a:solidFill>
                  <a:srgbClr val="111A34"/>
                </a:solidFill>
              </a:defRPr>
            </a:lvl8pPr>
            <a:lvl9pPr>
              <a:defRPr sz="1800" b="0">
                <a:solidFill>
                  <a:srgbClr val="111A34"/>
                </a:solidFill>
              </a:defRPr>
            </a:lvl9pPr>
          </a:lstStyle>
          <a:p xmlns:a="http://schemas.openxmlformats.org/drawingml/2006/main">
            <a:pPr>
              <a:defRPr sz="1800" b="0">
                <a:solidFill>
                  <a:srgbClr val="111A34"/>
                </a:solidFill>
              </a:defRPr>
            </a:pPr>
            <a:r>
              <a:rPr sz="1800" b="0">
                <a:solidFill>
                  <a:srgbClr val="111A34"/>
                </a:solidFill>
              </a:rPr>
              <a:t>CAS 없는 청크</a:t>
            </a:r>
          </a:p>
        </p:txBody>
      </p:sp>
      <p:sp>
        <p:nvSpPr>
          <p:cNvPr id="22" name="">
            <a:extLst xmlns:a="http://schemas.openxmlformats.org/drawingml/2006/main">
              <a:ext uri="{FF2B5EF4-FFF2-40B4-BE49-F238E27FC236}">
                <a16:creationId xmlns:a16="http://schemas.microsoft.com/office/drawing/2014/main" id="{BB3C2018-0B2D-4A12-A434-9D2029F6C799}"/>
              </a:ext>
            </a:extLst>
          </p:cNvPr>
          <p:cNvSpPr>
            <a:spLocks xmlns:a="http://schemas.openxmlformats.org/drawingml/2006/main" noGrp="1"/>
          </p:cNvSpPr>
          <p:nvPr/>
        </p:nvSpPr>
        <p:spPr>
          <a:xfrm xmlns:a="http://schemas.openxmlformats.org/drawingml/2006/main">
            <a:off x="6677025" y="4505325"/>
            <a:ext cx="1619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325" b="1">
                <a:solidFill>
                  <a:srgbClr val="5A6680"/>
                </a:solidFill>
              </a:defRPr>
            </a:defPPr>
            <a:lvl1pPr>
              <a:defRPr sz="2325" b="1">
                <a:solidFill>
                  <a:srgbClr val="5A6680"/>
                </a:solidFill>
              </a:defRPr>
            </a:lvl1pPr>
            <a:lvl2pPr>
              <a:defRPr sz="2325" b="1">
                <a:solidFill>
                  <a:srgbClr val="5A6680"/>
                </a:solidFill>
              </a:defRPr>
            </a:lvl2pPr>
            <a:lvl3pPr>
              <a:defRPr sz="2325" b="1">
                <a:solidFill>
                  <a:srgbClr val="5A6680"/>
                </a:solidFill>
              </a:defRPr>
            </a:lvl3pPr>
            <a:lvl4pPr>
              <a:defRPr sz="2325" b="1">
                <a:solidFill>
                  <a:srgbClr val="5A6680"/>
                </a:solidFill>
              </a:defRPr>
            </a:lvl4pPr>
            <a:lvl5pPr>
              <a:defRPr sz="2325" b="1">
                <a:solidFill>
                  <a:srgbClr val="5A6680"/>
                </a:solidFill>
              </a:defRPr>
            </a:lvl5pPr>
            <a:lvl6pPr>
              <a:defRPr sz="2325" b="1">
                <a:solidFill>
                  <a:srgbClr val="5A6680"/>
                </a:solidFill>
              </a:defRPr>
            </a:lvl6pPr>
            <a:lvl7pPr>
              <a:defRPr sz="2325" b="1">
                <a:solidFill>
                  <a:srgbClr val="5A6680"/>
                </a:solidFill>
              </a:defRPr>
            </a:lvl7pPr>
            <a:lvl8pPr>
              <a:defRPr sz="2325" b="1">
                <a:solidFill>
                  <a:srgbClr val="5A6680"/>
                </a:solidFill>
              </a:defRPr>
            </a:lvl8pPr>
            <a:lvl9pPr>
              <a:defRPr sz="2325" b="1">
                <a:solidFill>
                  <a:srgbClr val="5A6680"/>
                </a:solidFill>
              </a:defRPr>
            </a:lvl9pPr>
          </a:lstStyle>
          <a:p xmlns:a="http://schemas.openxmlformats.org/drawingml/2006/main">
            <a:pPr>
              <a:defRPr sz="2325" b="1">
                <a:solidFill>
                  <a:srgbClr val="5A6680"/>
                </a:solidFill>
              </a:defRPr>
            </a:pPr>
            <a:r>
              <a:rPr sz="2325" b="1">
                <a:solidFill>
                  <a:srgbClr val="5A6680"/>
                </a:solidFill>
              </a:rPr>
              <a:t>152</a:t>
            </a:r>
          </a:p>
        </p:txBody>
      </p:sp>
      <p:sp>
        <p:nvSpPr>
          <p:cNvPr id="23" name="">
            <a:extLst xmlns:a="http://schemas.openxmlformats.org/drawingml/2006/main">
              <a:ext uri="{FF2B5EF4-FFF2-40B4-BE49-F238E27FC236}">
                <a16:creationId xmlns:a16="http://schemas.microsoft.com/office/drawing/2014/main" id="{F486420F-9962-4D00-AC68-682BF26ABDB1}"/>
              </a:ext>
            </a:extLst>
          </p:cNvPr>
          <p:cNvSpPr>
            <a:spLocks xmlns:a="http://schemas.openxmlformats.org/drawingml/2006/main" noGrp="1"/>
          </p:cNvSpPr>
          <p:nvPr/>
        </p:nvSpPr>
        <p:spPr>
          <a:xfrm xmlns:a="http://schemas.openxmlformats.org/drawingml/2006/main">
            <a:off x="9324975" y="4505325"/>
            <a:ext cx="1619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325" b="1">
                <a:solidFill>
                  <a:srgbClr val="127253"/>
                </a:solidFill>
              </a:defRPr>
            </a:defPPr>
            <a:lvl1pPr>
              <a:defRPr sz="2325" b="1">
                <a:solidFill>
                  <a:srgbClr val="127253"/>
                </a:solidFill>
              </a:defRPr>
            </a:lvl1pPr>
            <a:lvl2pPr>
              <a:defRPr sz="2325" b="1">
                <a:solidFill>
                  <a:srgbClr val="127253"/>
                </a:solidFill>
              </a:defRPr>
            </a:lvl2pPr>
            <a:lvl3pPr>
              <a:defRPr sz="2325" b="1">
                <a:solidFill>
                  <a:srgbClr val="127253"/>
                </a:solidFill>
              </a:defRPr>
            </a:lvl3pPr>
            <a:lvl4pPr>
              <a:defRPr sz="2325" b="1">
                <a:solidFill>
                  <a:srgbClr val="127253"/>
                </a:solidFill>
              </a:defRPr>
            </a:lvl4pPr>
            <a:lvl5pPr>
              <a:defRPr sz="2325" b="1">
                <a:solidFill>
                  <a:srgbClr val="127253"/>
                </a:solidFill>
              </a:defRPr>
            </a:lvl5pPr>
            <a:lvl6pPr>
              <a:defRPr sz="2325" b="1">
                <a:solidFill>
                  <a:srgbClr val="127253"/>
                </a:solidFill>
              </a:defRPr>
            </a:lvl6pPr>
            <a:lvl7pPr>
              <a:defRPr sz="2325" b="1">
                <a:solidFill>
                  <a:srgbClr val="127253"/>
                </a:solidFill>
              </a:defRPr>
            </a:lvl7pPr>
            <a:lvl8pPr>
              <a:defRPr sz="2325" b="1">
                <a:solidFill>
                  <a:srgbClr val="127253"/>
                </a:solidFill>
              </a:defRPr>
            </a:lvl8pPr>
            <a:lvl9pPr>
              <a:defRPr sz="2325" b="1">
                <a:solidFill>
                  <a:srgbClr val="127253"/>
                </a:solidFill>
              </a:defRPr>
            </a:lvl9pPr>
          </a:lstStyle>
          <a:p xmlns:a="http://schemas.openxmlformats.org/drawingml/2006/main">
            <a:pPr>
              <a:defRPr sz="2325" b="1">
                <a:solidFill>
                  <a:srgbClr val="127253"/>
                </a:solidFill>
              </a:defRPr>
            </a:pPr>
            <a:r>
              <a:rPr sz="2325" b="1">
                <a:solidFill>
                  <a:srgbClr val="127253"/>
                </a:solidFill>
              </a:rPr>
              <a:t>0</a:t>
            </a:r>
          </a:p>
        </p:txBody>
      </p:sp>
      <p:sp>
        <p:nvSpPr>
          <p:cNvPr id="24" name="">
            <a:extLst xmlns:a="http://schemas.openxmlformats.org/drawingml/2006/main">
              <a:ext uri="{FF2B5EF4-FFF2-40B4-BE49-F238E27FC236}">
                <a16:creationId xmlns:a16="http://schemas.microsoft.com/office/drawing/2014/main" id="{DC9E412D-4101-4907-A884-FA18DA86D2C7}"/>
              </a:ext>
            </a:extLst>
          </p:cNvPr>
          <p:cNvSpPr>
            <a:spLocks xmlns:a="http://schemas.openxmlformats.org/drawingml/2006/main" noGrp="1"/>
          </p:cNvSpPr>
          <p:nvPr/>
        </p:nvSpPr>
        <p:spPr>
          <a:xfrm xmlns:a="http://schemas.openxmlformats.org/drawingml/2006/main">
            <a:off x="533400" y="5067300"/>
            <a:ext cx="11125200" cy="9525"/>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4EE98C9-CA7A-476E-AAAF-52D3DFA41166}"/>
              </a:ext>
            </a:extLst>
          </p:cNvPr>
          <p:cNvSpPr>
            <a:spLocks xmlns:a="http://schemas.openxmlformats.org/drawingml/2006/main" noGrp="1"/>
          </p:cNvSpPr>
          <p:nvPr/>
        </p:nvSpPr>
        <p:spPr>
          <a:xfrm xmlns:a="http://schemas.openxmlformats.org/drawingml/2006/main">
            <a:off x="533400" y="5410200"/>
            <a:ext cx="11125200" cy="685800"/>
          </a:xfrm>
          <a:prstGeom xmlns:a="http://schemas.openxmlformats.org/drawingml/2006/main" prst="rect">
            <a:avLst/>
          </a:prstGeom>
          <a:solidFill xmlns:a="http://schemas.openxmlformats.org/drawingml/2006/main">
            <a:srgbClr val="EEF0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7D134B0-C1B5-47FD-83BC-653B7571776F}"/>
              </a:ext>
            </a:extLst>
          </p:cNvPr>
          <p:cNvSpPr>
            <a:spLocks xmlns:a="http://schemas.openxmlformats.org/drawingml/2006/main" noGrp="1"/>
          </p:cNvSpPr>
          <p:nvPr/>
        </p:nvSpPr>
        <p:spPr>
          <a:xfrm xmlns:a="http://schemas.openxmlformats.org/drawingml/2006/main">
            <a:off x="733425" y="5524500"/>
            <a:ext cx="10629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11A34"/>
                </a:solidFill>
              </a:defRPr>
            </a:defPPr>
            <a:lvl1pPr>
              <a:defRPr sz="1650" b="1">
                <a:solidFill>
                  <a:srgbClr val="111A34"/>
                </a:solidFill>
              </a:defRPr>
            </a:lvl1pPr>
            <a:lvl2pPr>
              <a:defRPr sz="1650" b="1">
                <a:solidFill>
                  <a:srgbClr val="111A34"/>
                </a:solidFill>
              </a:defRPr>
            </a:lvl2pPr>
            <a:lvl3pPr>
              <a:defRPr sz="1650" b="1">
                <a:solidFill>
                  <a:srgbClr val="111A34"/>
                </a:solidFill>
              </a:defRPr>
            </a:lvl3pPr>
            <a:lvl4pPr>
              <a:defRPr sz="1650" b="1">
                <a:solidFill>
                  <a:srgbClr val="111A34"/>
                </a:solidFill>
              </a:defRPr>
            </a:lvl4pPr>
            <a:lvl5pPr>
              <a:defRPr sz="1650" b="1">
                <a:solidFill>
                  <a:srgbClr val="111A34"/>
                </a:solidFill>
              </a:defRPr>
            </a:lvl5pPr>
            <a:lvl6pPr>
              <a:defRPr sz="1650" b="1">
                <a:solidFill>
                  <a:srgbClr val="111A34"/>
                </a:solidFill>
              </a:defRPr>
            </a:lvl6pPr>
            <a:lvl7pPr>
              <a:defRPr sz="1650" b="1">
                <a:solidFill>
                  <a:srgbClr val="111A34"/>
                </a:solidFill>
              </a:defRPr>
            </a:lvl7pPr>
            <a:lvl8pPr>
              <a:defRPr sz="1650" b="1">
                <a:solidFill>
                  <a:srgbClr val="111A34"/>
                </a:solidFill>
              </a:defRPr>
            </a:lvl8pPr>
            <a:lvl9pPr>
              <a:defRPr sz="1650" b="1">
                <a:solidFill>
                  <a:srgbClr val="111A34"/>
                </a:solidFill>
              </a:defRPr>
            </a:lvl9pPr>
          </a:lstStyle>
          <a:p xmlns:a="http://schemas.openxmlformats.org/drawingml/2006/main">
            <a:pPr>
              <a:defRPr sz="1650" b="1">
                <a:solidFill>
                  <a:srgbClr val="111A34"/>
                </a:solidFill>
              </a:defRPr>
            </a:pPr>
            <a:r>
              <a:rPr sz="1650" b="1">
                <a:solidFill>
                  <a:srgbClr val="111A34"/>
                </a:solidFill>
              </a:rPr>
              <a:t>기대 항목 top-5 적중은 9/9 → 9/9로 유지</a:t>
            </a:r>
          </a:p>
        </p:txBody>
      </p:sp>
    </p:spTree>
    <p:extLst>
      <p:ext uri="{BB962C8B-B14F-4D97-AF65-F5344CB8AC3E}">
        <p14:creationId xmlns:p14="http://schemas.microsoft.com/office/powerpoint/2010/main" val="8863929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462B369-DBE6-4279-978A-BB8528E9C5D2}"/>
              </a:ext>
            </a:extLst>
          </p:cNvPr>
          <p:cNvSpPr>
            <a:spLocks xmlns:a="http://schemas.openxmlformats.org/drawingml/2006/main" noGrp="1"/>
          </p:cNvSpPr>
          <p:nvPr/>
        </p:nvSpPr>
        <p:spPr>
          <a:xfrm xmlns:a="http://schemas.openxmlformats.org/drawingml/2006/main">
            <a:off x="533400" y="2571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4638CA"/>
                </a:solidFill>
              </a:defRPr>
            </a:defPPr>
            <a:lvl1pPr>
              <a:defRPr sz="1200" b="1">
                <a:solidFill>
                  <a:srgbClr val="4638CA"/>
                </a:solidFill>
              </a:defRPr>
            </a:lvl1pPr>
            <a:lvl2pPr>
              <a:defRPr sz="1200" b="1">
                <a:solidFill>
                  <a:srgbClr val="4638CA"/>
                </a:solidFill>
              </a:defRPr>
            </a:lvl2pPr>
            <a:lvl3pPr>
              <a:defRPr sz="1200" b="1">
                <a:solidFill>
                  <a:srgbClr val="4638CA"/>
                </a:solidFill>
              </a:defRPr>
            </a:lvl3pPr>
            <a:lvl4pPr>
              <a:defRPr sz="1200" b="1">
                <a:solidFill>
                  <a:srgbClr val="4638CA"/>
                </a:solidFill>
              </a:defRPr>
            </a:lvl4pPr>
            <a:lvl5pPr>
              <a:defRPr sz="1200" b="1">
                <a:solidFill>
                  <a:srgbClr val="4638CA"/>
                </a:solidFill>
              </a:defRPr>
            </a:lvl5pPr>
            <a:lvl6pPr>
              <a:defRPr sz="1200" b="1">
                <a:solidFill>
                  <a:srgbClr val="4638CA"/>
                </a:solidFill>
              </a:defRPr>
            </a:lvl6pPr>
            <a:lvl7pPr>
              <a:defRPr sz="1200" b="1">
                <a:solidFill>
                  <a:srgbClr val="4638CA"/>
                </a:solidFill>
              </a:defRPr>
            </a:lvl7pPr>
            <a:lvl8pPr>
              <a:defRPr sz="1200" b="1">
                <a:solidFill>
                  <a:srgbClr val="4638CA"/>
                </a:solidFill>
              </a:defRPr>
            </a:lvl8pPr>
            <a:lvl9pPr>
              <a:defRPr sz="1200" b="1">
                <a:solidFill>
                  <a:srgbClr val="4638CA"/>
                </a:solidFill>
              </a:defRPr>
            </a:lvl9pPr>
          </a:lstStyle>
          <a:p xmlns:a="http://schemas.openxmlformats.org/drawingml/2006/main">
            <a:pPr>
              <a:defRPr sz="1200" b="1">
                <a:solidFill>
                  <a:srgbClr val="4638CA"/>
                </a:solidFill>
              </a:defRPr>
            </a:pPr>
            <a:r>
              <a:rPr sz="1200" b="1">
                <a:solidFill>
                  <a:srgbClr val="4638CA"/>
                </a:solidFill>
              </a:rPr>
              <a:t>TOK,TALK  /  한계·다음  ·  2분</a:t>
            </a:r>
          </a:p>
        </p:txBody>
      </p:sp>
      <p:sp>
        <p:nvSpPr>
          <p:cNvPr id="2" name="">
            <a:extLst xmlns:a="http://schemas.openxmlformats.org/drawingml/2006/main">
              <a:ext uri="{FF2B5EF4-FFF2-40B4-BE49-F238E27FC236}">
                <a16:creationId xmlns:a16="http://schemas.microsoft.com/office/drawing/2014/main" id="{C91A488E-6959-48A9-8D57-258671833C06}"/>
              </a:ext>
            </a:extLst>
          </p:cNvPr>
          <p:cNvSpPr>
            <a:spLocks xmlns:a="http://schemas.openxmlformats.org/drawingml/2006/main" noGrp="1"/>
          </p:cNvSpPr>
          <p:nvPr/>
        </p:nvSpPr>
        <p:spPr>
          <a:xfrm xmlns:a="http://schemas.openxmlformats.org/drawingml/2006/main">
            <a:off x="533400" y="733425"/>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111A34"/>
                </a:solidFill>
              </a:defRPr>
            </a:defPPr>
            <a:lvl1pPr>
              <a:defRPr sz="3000" b="1">
                <a:solidFill>
                  <a:srgbClr val="111A34"/>
                </a:solidFill>
              </a:defRPr>
            </a:lvl1pPr>
            <a:lvl2pPr>
              <a:defRPr sz="3000" b="1">
                <a:solidFill>
                  <a:srgbClr val="111A34"/>
                </a:solidFill>
              </a:defRPr>
            </a:lvl2pPr>
            <a:lvl3pPr>
              <a:defRPr sz="3000" b="1">
                <a:solidFill>
                  <a:srgbClr val="111A34"/>
                </a:solidFill>
              </a:defRPr>
            </a:lvl3pPr>
            <a:lvl4pPr>
              <a:defRPr sz="3000" b="1">
                <a:solidFill>
                  <a:srgbClr val="111A34"/>
                </a:solidFill>
              </a:defRPr>
            </a:lvl4pPr>
            <a:lvl5pPr>
              <a:defRPr sz="3000" b="1">
                <a:solidFill>
                  <a:srgbClr val="111A34"/>
                </a:solidFill>
              </a:defRPr>
            </a:lvl5pPr>
            <a:lvl6pPr>
              <a:defRPr sz="3000" b="1">
                <a:solidFill>
                  <a:srgbClr val="111A34"/>
                </a:solidFill>
              </a:defRPr>
            </a:lvl6pPr>
            <a:lvl7pPr>
              <a:defRPr sz="3000" b="1">
                <a:solidFill>
                  <a:srgbClr val="111A34"/>
                </a:solidFill>
              </a:defRPr>
            </a:lvl7pPr>
            <a:lvl8pPr>
              <a:defRPr sz="3000" b="1">
                <a:solidFill>
                  <a:srgbClr val="111A34"/>
                </a:solidFill>
              </a:defRPr>
            </a:lvl8pPr>
            <a:lvl9pPr>
              <a:defRPr sz="3000" b="1">
                <a:solidFill>
                  <a:srgbClr val="111A34"/>
                </a:solidFill>
              </a:defRPr>
            </a:lvl9pPr>
          </a:lstStyle>
          <a:p xmlns:a="http://schemas.openxmlformats.org/drawingml/2006/main">
            <a:pPr>
              <a:defRPr sz="3000" b="1">
                <a:solidFill>
                  <a:srgbClr val="111A34"/>
                </a:solidFill>
              </a:defRPr>
            </a:pPr>
            <a:r>
              <a:rPr sz="3000" b="1">
                <a:solidFill>
                  <a:srgbClr val="111A34"/>
                </a:solidFill>
              </a:rPr>
              <a:t>시연 범위와 다음 검증</a:t>
            </a:r>
          </a:p>
        </p:txBody>
      </p:sp>
      <p:sp>
        <p:nvSpPr>
          <p:cNvPr id="3" name="">
            <a:extLst xmlns:a="http://schemas.openxmlformats.org/drawingml/2006/main">
              <a:ext uri="{FF2B5EF4-FFF2-40B4-BE49-F238E27FC236}">
                <a16:creationId xmlns:a16="http://schemas.microsoft.com/office/drawing/2014/main" id="{B16E1FCE-D4E9-4239-94D8-87DD71F6831C}"/>
              </a:ext>
            </a:extLst>
          </p:cNvPr>
          <p:cNvSpPr>
            <a:spLocks xmlns:a="http://schemas.openxmlformats.org/drawingml/2006/main" noGrp="1"/>
          </p:cNvSpPr>
          <p:nvPr/>
        </p:nvSpPr>
        <p:spPr>
          <a:xfrm xmlns:a="http://schemas.openxmlformats.org/drawingml/2006/main">
            <a:off x="533400" y="1533525"/>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CB56087-363A-46D6-A20F-A8F51BDDD9A7}"/>
              </a:ext>
            </a:extLst>
          </p:cNvPr>
          <p:cNvSpPr>
            <a:spLocks xmlns:a="http://schemas.openxmlformats.org/drawingml/2006/main" noGrp="1"/>
          </p:cNvSpPr>
          <p:nvPr/>
        </p:nvSpPr>
        <p:spPr>
          <a:xfrm xmlns:a="http://schemas.openxmlformats.org/drawingml/2006/main">
            <a:off x="533400" y="6381750"/>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defRPr sz="1125" b="0">
                <a:solidFill>
                  <a:srgbClr val="5A6680"/>
                </a:solidFill>
              </a:defRPr>
            </a:lvl1pPr>
            <a:lvl2pPr>
              <a:defRPr sz="1125" b="0">
                <a:solidFill>
                  <a:srgbClr val="5A6680"/>
                </a:solidFill>
              </a:defRPr>
            </a:lvl2pPr>
            <a:lvl3pPr>
              <a:defRPr sz="1125" b="0">
                <a:solidFill>
                  <a:srgbClr val="5A6680"/>
                </a:solidFill>
              </a:defRPr>
            </a:lvl3pPr>
            <a:lvl4pPr>
              <a:defRPr sz="1125" b="0">
                <a:solidFill>
                  <a:srgbClr val="5A6680"/>
                </a:solidFill>
              </a:defRPr>
            </a:lvl4pPr>
            <a:lvl5pPr>
              <a:defRPr sz="1125" b="0">
                <a:solidFill>
                  <a:srgbClr val="5A6680"/>
                </a:solidFill>
              </a:defRPr>
            </a:lvl5pPr>
            <a:lvl6pPr>
              <a:defRPr sz="1125" b="0">
                <a:solidFill>
                  <a:srgbClr val="5A6680"/>
                </a:solidFill>
              </a:defRPr>
            </a:lvl6pPr>
            <a:lvl7pPr>
              <a:defRPr sz="1125" b="0">
                <a:solidFill>
                  <a:srgbClr val="5A6680"/>
                </a:solidFill>
              </a:defRPr>
            </a:lvl7pPr>
            <a:lvl8pPr>
              <a:defRPr sz="1125" b="0">
                <a:solidFill>
                  <a:srgbClr val="5A6680"/>
                </a:solidFill>
              </a:defRPr>
            </a:lvl8pPr>
            <a:lvl9pPr>
              <a:defRPr sz="1125" b="0">
                <a:solidFill>
                  <a:srgbClr val="5A6680"/>
                </a:solidFill>
              </a:defRPr>
            </a:lvl9pPr>
          </a:lstStyle>
          <a:p xmlns:a="http://schemas.openxmlformats.org/drawingml/2006/main">
            <a:pPr>
              <a:defRPr sz="1125" b="0">
                <a:solidFill>
                  <a:srgbClr val="5A6680"/>
                </a:solidFill>
              </a:defRPr>
            </a:pPr>
            <a:r>
              <a:rPr sz="1125" b="0">
                <a:solidFill>
                  <a:srgbClr val="5A6680"/>
                </a:solidFill>
              </a:rPr>
              <a:t>tok-talk  |  연구실 화학물질 안전정보 도우미</a:t>
            </a:r>
          </a:p>
        </p:txBody>
      </p:sp>
      <p:sp>
        <p:nvSpPr>
          <p:cNvPr id="5" name="">
            <a:extLst xmlns:a="http://schemas.openxmlformats.org/drawingml/2006/main">
              <a:ext uri="{FF2B5EF4-FFF2-40B4-BE49-F238E27FC236}">
                <a16:creationId xmlns:a16="http://schemas.microsoft.com/office/drawing/2014/main" id="{6FF4044A-163D-4D89-93ED-6B1BAAD464EF}"/>
              </a:ext>
            </a:extLst>
          </p:cNvPr>
          <p:cNvSpPr>
            <a:spLocks xmlns:a="http://schemas.openxmlformats.org/drawingml/2006/main" noGrp="1"/>
          </p:cNvSpPr>
          <p:nvPr/>
        </p:nvSpPr>
        <p:spPr>
          <a:xfrm xmlns:a="http://schemas.openxmlformats.org/drawingml/2006/main">
            <a:off x="11010900" y="63817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defRPr sz="1125" b="0">
                <a:solidFill>
                  <a:srgbClr val="5A6680"/>
                </a:solidFill>
              </a:defRPr>
            </a:lvl1pPr>
            <a:lvl2pPr>
              <a:defRPr sz="1125" b="0">
                <a:solidFill>
                  <a:srgbClr val="5A6680"/>
                </a:solidFill>
              </a:defRPr>
            </a:lvl2pPr>
            <a:lvl3pPr>
              <a:defRPr sz="1125" b="0">
                <a:solidFill>
                  <a:srgbClr val="5A6680"/>
                </a:solidFill>
              </a:defRPr>
            </a:lvl3pPr>
            <a:lvl4pPr>
              <a:defRPr sz="1125" b="0">
                <a:solidFill>
                  <a:srgbClr val="5A6680"/>
                </a:solidFill>
              </a:defRPr>
            </a:lvl4pPr>
            <a:lvl5pPr>
              <a:defRPr sz="1125" b="0">
                <a:solidFill>
                  <a:srgbClr val="5A6680"/>
                </a:solidFill>
              </a:defRPr>
            </a:lvl5pPr>
            <a:lvl6pPr>
              <a:defRPr sz="1125" b="0">
                <a:solidFill>
                  <a:srgbClr val="5A6680"/>
                </a:solidFill>
              </a:defRPr>
            </a:lvl6pPr>
            <a:lvl7pPr>
              <a:defRPr sz="1125" b="0">
                <a:solidFill>
                  <a:srgbClr val="5A6680"/>
                </a:solidFill>
              </a:defRPr>
            </a:lvl7pPr>
            <a:lvl8pPr>
              <a:defRPr sz="1125" b="0">
                <a:solidFill>
                  <a:srgbClr val="5A6680"/>
                </a:solidFill>
              </a:defRPr>
            </a:lvl8pPr>
            <a:lvl9pPr>
              <a:defRPr sz="1125" b="0">
                <a:solidFill>
                  <a:srgbClr val="5A6680"/>
                </a:solidFill>
              </a:defRPr>
            </a:lvl9pPr>
          </a:lstStyle>
          <a:p xmlns:a="http://schemas.openxmlformats.org/drawingml/2006/main">
            <a:pPr>
              <a:defRPr sz="1125" b="0">
                <a:solidFill>
                  <a:srgbClr val="5A6680"/>
                </a:solidFill>
              </a:defRPr>
            </a:pPr>
            <a:r>
              <a:rPr sz="1125" b="0">
                <a:solidFill>
                  <a:srgbClr val="5A6680"/>
                </a:solidFill>
              </a:rPr>
              <a:t>09 / 09</a:t>
            </a:r>
          </a:p>
        </p:txBody>
      </p:sp>
      <p:sp>
        <p:nvSpPr>
          <p:cNvPr id="6" name="">
            <a:extLst xmlns:a="http://schemas.openxmlformats.org/drawingml/2006/main">
              <a:ext uri="{FF2B5EF4-FFF2-40B4-BE49-F238E27FC236}">
                <a16:creationId xmlns:a16="http://schemas.microsoft.com/office/drawing/2014/main" id="{B93C49A3-A951-43CE-A7B9-C80C1344AD8B}"/>
              </a:ext>
            </a:extLst>
          </p:cNvPr>
          <p:cNvSpPr>
            <a:spLocks xmlns:a="http://schemas.openxmlformats.org/drawingml/2006/main" noGrp="1"/>
          </p:cNvSpPr>
          <p:nvPr/>
        </p:nvSpPr>
        <p:spPr>
          <a:xfrm xmlns:a="http://schemas.openxmlformats.org/drawingml/2006/main">
            <a:off x="533400" y="1962150"/>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111A34"/>
                </a:solidFill>
              </a:defRPr>
            </a:defPPr>
            <a:lvl1pPr>
              <a:defRPr sz="1875" b="1">
                <a:solidFill>
                  <a:srgbClr val="111A34"/>
                </a:solidFill>
              </a:defRPr>
            </a:lvl1pPr>
            <a:lvl2pPr>
              <a:defRPr sz="1875" b="1">
                <a:solidFill>
                  <a:srgbClr val="111A34"/>
                </a:solidFill>
              </a:defRPr>
            </a:lvl2pPr>
            <a:lvl3pPr>
              <a:defRPr sz="1875" b="1">
                <a:solidFill>
                  <a:srgbClr val="111A34"/>
                </a:solidFill>
              </a:defRPr>
            </a:lvl3pPr>
            <a:lvl4pPr>
              <a:defRPr sz="1875" b="1">
                <a:solidFill>
                  <a:srgbClr val="111A34"/>
                </a:solidFill>
              </a:defRPr>
            </a:lvl4pPr>
            <a:lvl5pPr>
              <a:defRPr sz="1875" b="1">
                <a:solidFill>
                  <a:srgbClr val="111A34"/>
                </a:solidFill>
              </a:defRPr>
            </a:lvl5pPr>
            <a:lvl6pPr>
              <a:defRPr sz="1875" b="1">
                <a:solidFill>
                  <a:srgbClr val="111A34"/>
                </a:solidFill>
              </a:defRPr>
            </a:lvl6pPr>
            <a:lvl7pPr>
              <a:defRPr sz="1875" b="1">
                <a:solidFill>
                  <a:srgbClr val="111A34"/>
                </a:solidFill>
              </a:defRPr>
            </a:lvl7pPr>
            <a:lvl8pPr>
              <a:defRPr sz="1875" b="1">
                <a:solidFill>
                  <a:srgbClr val="111A34"/>
                </a:solidFill>
              </a:defRPr>
            </a:lvl8pPr>
            <a:lvl9pPr>
              <a:defRPr sz="1875" b="1">
                <a:solidFill>
                  <a:srgbClr val="111A34"/>
                </a:solidFill>
              </a:defRPr>
            </a:lvl9pPr>
          </a:lstStyle>
          <a:p xmlns:a="http://schemas.openxmlformats.org/drawingml/2006/main">
            <a:pPr>
              <a:defRPr sz="1875" b="1">
                <a:solidFill>
                  <a:srgbClr val="111A34"/>
                </a:solidFill>
              </a:defRPr>
            </a:pPr>
            <a:r>
              <a:rPr sz="1875" b="1">
                <a:solidFill>
                  <a:srgbClr val="111A34"/>
                </a:solidFill>
              </a:rPr>
              <a:t>현재 범위</a:t>
            </a:r>
          </a:p>
        </p:txBody>
      </p:sp>
      <p:sp>
        <p:nvSpPr>
          <p:cNvPr id="7" name="">
            <a:extLst xmlns:a="http://schemas.openxmlformats.org/drawingml/2006/main">
              <a:ext uri="{FF2B5EF4-FFF2-40B4-BE49-F238E27FC236}">
                <a16:creationId xmlns:a16="http://schemas.microsoft.com/office/drawing/2014/main" id="{58684652-9998-4829-8D30-59DBF0F0F7DA}"/>
              </a:ext>
            </a:extLst>
          </p:cNvPr>
          <p:cNvSpPr>
            <a:spLocks xmlns:a="http://schemas.openxmlformats.org/drawingml/2006/main" noGrp="1"/>
          </p:cNvSpPr>
          <p:nvPr/>
        </p:nvSpPr>
        <p:spPr>
          <a:xfrm xmlns:a="http://schemas.openxmlformats.org/drawingml/2006/main">
            <a:off x="533400" y="2409825"/>
            <a:ext cx="509587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5A6680"/>
                </a:solidFill>
              </a:defRPr>
            </a:defPPr>
            <a:lvl1pPr>
              <a:defRPr sz="1500" b="0">
                <a:solidFill>
                  <a:srgbClr val="5A6680"/>
                </a:solidFill>
              </a:defRPr>
            </a:lvl1pPr>
            <a:lvl2pPr>
              <a:defRPr sz="1500" b="0">
                <a:solidFill>
                  <a:srgbClr val="5A6680"/>
                </a:solidFill>
              </a:defRPr>
            </a:lvl2pPr>
            <a:lvl3pPr>
              <a:defRPr sz="1500" b="0">
                <a:solidFill>
                  <a:srgbClr val="5A6680"/>
                </a:solidFill>
              </a:defRPr>
            </a:lvl3pPr>
            <a:lvl4pPr>
              <a:defRPr sz="1500" b="0">
                <a:solidFill>
                  <a:srgbClr val="5A6680"/>
                </a:solidFill>
              </a:defRPr>
            </a:lvl4pPr>
            <a:lvl5pPr>
              <a:defRPr sz="1500" b="0">
                <a:solidFill>
                  <a:srgbClr val="5A6680"/>
                </a:solidFill>
              </a:defRPr>
            </a:lvl5pPr>
            <a:lvl6pPr>
              <a:defRPr sz="1500" b="0">
                <a:solidFill>
                  <a:srgbClr val="5A6680"/>
                </a:solidFill>
              </a:defRPr>
            </a:lvl6pPr>
            <a:lvl7pPr>
              <a:defRPr sz="1500" b="0">
                <a:solidFill>
                  <a:srgbClr val="5A6680"/>
                </a:solidFill>
              </a:defRPr>
            </a:lvl7pPr>
            <a:lvl8pPr>
              <a:defRPr sz="1500" b="0">
                <a:solidFill>
                  <a:srgbClr val="5A6680"/>
                </a:solidFill>
              </a:defRPr>
            </a:lvl8pPr>
            <a:lvl9pPr>
              <a:defRPr sz="1500" b="0">
                <a:solidFill>
                  <a:srgbClr val="5A6680"/>
                </a:solidFill>
              </a:defRPr>
            </a:lvl9pPr>
          </a:lstStyle>
          <a:p xmlns:a="http://schemas.openxmlformats.org/drawingml/2006/main">
            <a:pPr>
              <a:defRPr sz="1500" b="0">
                <a:solidFill>
                  <a:srgbClr val="5A6680"/>
                </a:solidFill>
              </a:defRPr>
            </a:pPr>
            <a:r>
              <a:rPr sz="1500" b="0">
                <a:solidFill>
                  <a:srgbClr val="5A6680"/>
                </a:solidFill>
              </a:rPr>
              <a:t>선정 물질 5종의 RAG API. Vue 기본 질문은 일반 AI 경로이며 제품별 MSDS와 담당자 확인이 필요하다.</a:t>
            </a:r>
          </a:p>
        </p:txBody>
      </p:sp>
      <p:sp>
        <p:nvSpPr>
          <p:cNvPr id="8" name="">
            <a:extLst xmlns:a="http://schemas.openxmlformats.org/drawingml/2006/main">
              <a:ext uri="{FF2B5EF4-FFF2-40B4-BE49-F238E27FC236}">
                <a16:creationId xmlns:a16="http://schemas.microsoft.com/office/drawing/2014/main" id="{6C8F4122-277E-4632-BBF7-24E915DE1615}"/>
              </a:ext>
            </a:extLst>
          </p:cNvPr>
          <p:cNvSpPr>
            <a:spLocks xmlns:a="http://schemas.openxmlformats.org/drawingml/2006/main" noGrp="1"/>
          </p:cNvSpPr>
          <p:nvPr/>
        </p:nvSpPr>
        <p:spPr>
          <a:xfrm xmlns:a="http://schemas.openxmlformats.org/drawingml/2006/main">
            <a:off x="6124575" y="2009775"/>
            <a:ext cx="19050" cy="31432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8E3FC6A-47B0-4CBF-9F81-27A1FB0D17B4}"/>
              </a:ext>
            </a:extLst>
          </p:cNvPr>
          <p:cNvSpPr>
            <a:spLocks xmlns:a="http://schemas.openxmlformats.org/drawingml/2006/main" noGrp="1"/>
          </p:cNvSpPr>
          <p:nvPr/>
        </p:nvSpPr>
        <p:spPr>
          <a:xfrm xmlns:a="http://schemas.openxmlformats.org/drawingml/2006/main">
            <a:off x="6638925" y="1962150"/>
            <a:ext cx="4905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111A34"/>
                </a:solidFill>
              </a:defRPr>
            </a:defPPr>
            <a:lvl1pPr>
              <a:defRPr sz="1875" b="1">
                <a:solidFill>
                  <a:srgbClr val="111A34"/>
                </a:solidFill>
              </a:defRPr>
            </a:lvl1pPr>
            <a:lvl2pPr>
              <a:defRPr sz="1875" b="1">
                <a:solidFill>
                  <a:srgbClr val="111A34"/>
                </a:solidFill>
              </a:defRPr>
            </a:lvl2pPr>
            <a:lvl3pPr>
              <a:defRPr sz="1875" b="1">
                <a:solidFill>
                  <a:srgbClr val="111A34"/>
                </a:solidFill>
              </a:defRPr>
            </a:lvl3pPr>
            <a:lvl4pPr>
              <a:defRPr sz="1875" b="1">
                <a:solidFill>
                  <a:srgbClr val="111A34"/>
                </a:solidFill>
              </a:defRPr>
            </a:lvl4pPr>
            <a:lvl5pPr>
              <a:defRPr sz="1875" b="1">
                <a:solidFill>
                  <a:srgbClr val="111A34"/>
                </a:solidFill>
              </a:defRPr>
            </a:lvl5pPr>
            <a:lvl6pPr>
              <a:defRPr sz="1875" b="1">
                <a:solidFill>
                  <a:srgbClr val="111A34"/>
                </a:solidFill>
              </a:defRPr>
            </a:lvl6pPr>
            <a:lvl7pPr>
              <a:defRPr sz="1875" b="1">
                <a:solidFill>
                  <a:srgbClr val="111A34"/>
                </a:solidFill>
              </a:defRPr>
            </a:lvl7pPr>
            <a:lvl8pPr>
              <a:defRPr sz="1875" b="1">
                <a:solidFill>
                  <a:srgbClr val="111A34"/>
                </a:solidFill>
              </a:defRPr>
            </a:lvl8pPr>
            <a:lvl9pPr>
              <a:defRPr sz="1875" b="1">
                <a:solidFill>
                  <a:srgbClr val="111A34"/>
                </a:solidFill>
              </a:defRPr>
            </a:lvl9pPr>
          </a:lstStyle>
          <a:p xmlns:a="http://schemas.openxmlformats.org/drawingml/2006/main">
            <a:pPr>
              <a:defRPr sz="1875" b="1">
                <a:solidFill>
                  <a:srgbClr val="111A34"/>
                </a:solidFill>
              </a:defRPr>
            </a:pPr>
            <a:r>
              <a:rPr sz="1875" b="1">
                <a:solidFill>
                  <a:srgbClr val="111A34"/>
                </a:solidFill>
              </a:rPr>
              <a:t>다음 과제</a:t>
            </a:r>
          </a:p>
        </p:txBody>
      </p:sp>
      <p:sp>
        <p:nvSpPr>
          <p:cNvPr id="10" name="">
            <a:extLst xmlns:a="http://schemas.openxmlformats.org/drawingml/2006/main">
              <a:ext uri="{FF2B5EF4-FFF2-40B4-BE49-F238E27FC236}">
                <a16:creationId xmlns:a16="http://schemas.microsoft.com/office/drawing/2014/main" id="{4FDB2C93-C88D-4433-A283-2F050DB1C009}"/>
              </a:ext>
            </a:extLst>
          </p:cNvPr>
          <p:cNvSpPr>
            <a:spLocks xmlns:a="http://schemas.openxmlformats.org/drawingml/2006/main" noGrp="1"/>
          </p:cNvSpPr>
          <p:nvPr/>
        </p:nvSpPr>
        <p:spPr>
          <a:xfrm xmlns:a="http://schemas.openxmlformats.org/drawingml/2006/main">
            <a:off x="6638925" y="2409825"/>
            <a:ext cx="490537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5A6680"/>
                </a:solidFill>
              </a:defRPr>
            </a:defPPr>
            <a:lvl1pPr>
              <a:defRPr sz="1500" b="0">
                <a:solidFill>
                  <a:srgbClr val="5A6680"/>
                </a:solidFill>
              </a:defRPr>
            </a:lvl1pPr>
            <a:lvl2pPr>
              <a:defRPr sz="1500" b="0">
                <a:solidFill>
                  <a:srgbClr val="5A6680"/>
                </a:solidFill>
              </a:defRPr>
            </a:lvl2pPr>
            <a:lvl3pPr>
              <a:defRPr sz="1500" b="0">
                <a:solidFill>
                  <a:srgbClr val="5A6680"/>
                </a:solidFill>
              </a:defRPr>
            </a:lvl3pPr>
            <a:lvl4pPr>
              <a:defRPr sz="1500" b="0">
                <a:solidFill>
                  <a:srgbClr val="5A6680"/>
                </a:solidFill>
              </a:defRPr>
            </a:lvl4pPr>
            <a:lvl5pPr>
              <a:defRPr sz="1500" b="0">
                <a:solidFill>
                  <a:srgbClr val="5A6680"/>
                </a:solidFill>
              </a:defRPr>
            </a:lvl5pPr>
            <a:lvl6pPr>
              <a:defRPr sz="1500" b="0">
                <a:solidFill>
                  <a:srgbClr val="5A6680"/>
                </a:solidFill>
              </a:defRPr>
            </a:lvl6pPr>
            <a:lvl7pPr>
              <a:defRPr sz="1500" b="0">
                <a:solidFill>
                  <a:srgbClr val="5A6680"/>
                </a:solidFill>
              </a:defRPr>
            </a:lvl7pPr>
            <a:lvl8pPr>
              <a:defRPr sz="1500" b="0">
                <a:solidFill>
                  <a:srgbClr val="5A6680"/>
                </a:solidFill>
              </a:defRPr>
            </a:lvl8pPr>
            <a:lvl9pPr>
              <a:defRPr sz="1500" b="0">
                <a:solidFill>
                  <a:srgbClr val="5A6680"/>
                </a:solidFill>
              </a:defRPr>
            </a:lvl9pPr>
          </a:lstStyle>
          <a:p xmlns:a="http://schemas.openxmlformats.org/drawingml/2006/main">
            <a:pPr>
              <a:defRPr sz="1500" b="0">
                <a:solidFill>
                  <a:srgbClr val="5A6680"/>
                </a:solidFill>
              </a:defRPr>
            </a:pPr>
            <a:r>
              <a:rPr sz="1500" b="0">
                <a:solidFill>
                  <a:srgbClr val="5A6680"/>
                </a:solidFill>
              </a:rPr>
              <a:t>Vue와 RAG API 연결, 질문 수를 늘린 정확도 평가, NIOSH 참고표 중복 축소, 보관 위치 연계 검토.</a:t>
            </a:r>
          </a:p>
        </p:txBody>
      </p:sp>
      <p:sp>
        <p:nvSpPr>
          <p:cNvPr id="11" name="">
            <a:extLst xmlns:a="http://schemas.openxmlformats.org/drawingml/2006/main">
              <a:ext uri="{FF2B5EF4-FFF2-40B4-BE49-F238E27FC236}">
                <a16:creationId xmlns:a16="http://schemas.microsoft.com/office/drawing/2014/main" id="{FD126C1C-09C5-4074-8D8F-944C97EF7ED0}"/>
              </a:ext>
            </a:extLst>
          </p:cNvPr>
          <p:cNvSpPr>
            <a:spLocks xmlns:a="http://schemas.openxmlformats.org/drawingml/2006/main" noGrp="1"/>
          </p:cNvSpPr>
          <p:nvPr/>
        </p:nvSpPr>
        <p:spPr>
          <a:xfrm xmlns:a="http://schemas.openxmlformats.org/drawingml/2006/main">
            <a:off x="533400" y="5238750"/>
            <a:ext cx="11125200" cy="742950"/>
          </a:xfrm>
          <a:prstGeom xmlns:a="http://schemas.openxmlformats.org/drawingml/2006/main" prst="rect">
            <a:avLst/>
          </a:prstGeom>
          <a:solidFill xmlns:a="http://schemas.openxmlformats.org/drawingml/2006/main">
            <a:srgbClr val="EEF0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2441060-D101-48FC-9B2E-A690F2C0AEAD}"/>
              </a:ext>
            </a:extLst>
          </p:cNvPr>
          <p:cNvSpPr>
            <a:spLocks xmlns:a="http://schemas.openxmlformats.org/drawingml/2006/main" noGrp="1"/>
          </p:cNvSpPr>
          <p:nvPr/>
        </p:nvSpPr>
        <p:spPr>
          <a:xfrm xmlns:a="http://schemas.openxmlformats.org/drawingml/2006/main">
            <a:off x="723900" y="53530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111A34"/>
                </a:solidFill>
              </a:defRPr>
            </a:defPPr>
            <a:lvl1pPr>
              <a:defRPr sz="1875" b="1">
                <a:solidFill>
                  <a:srgbClr val="111A34"/>
                </a:solidFill>
              </a:defRPr>
            </a:lvl1pPr>
            <a:lvl2pPr>
              <a:defRPr sz="1875" b="1">
                <a:solidFill>
                  <a:srgbClr val="111A34"/>
                </a:solidFill>
              </a:defRPr>
            </a:lvl2pPr>
            <a:lvl3pPr>
              <a:defRPr sz="1875" b="1">
                <a:solidFill>
                  <a:srgbClr val="111A34"/>
                </a:solidFill>
              </a:defRPr>
            </a:lvl3pPr>
            <a:lvl4pPr>
              <a:defRPr sz="1875" b="1">
                <a:solidFill>
                  <a:srgbClr val="111A34"/>
                </a:solidFill>
              </a:defRPr>
            </a:lvl4pPr>
            <a:lvl5pPr>
              <a:defRPr sz="1875" b="1">
                <a:solidFill>
                  <a:srgbClr val="111A34"/>
                </a:solidFill>
              </a:defRPr>
            </a:lvl5pPr>
            <a:lvl6pPr>
              <a:defRPr sz="1875" b="1">
                <a:solidFill>
                  <a:srgbClr val="111A34"/>
                </a:solidFill>
              </a:defRPr>
            </a:lvl6pPr>
            <a:lvl7pPr>
              <a:defRPr sz="1875" b="1">
                <a:solidFill>
                  <a:srgbClr val="111A34"/>
                </a:solidFill>
              </a:defRPr>
            </a:lvl7pPr>
            <a:lvl8pPr>
              <a:defRPr sz="1875" b="1">
                <a:solidFill>
                  <a:srgbClr val="111A34"/>
                </a:solidFill>
              </a:defRPr>
            </a:lvl8pPr>
            <a:lvl9pPr>
              <a:defRPr sz="1875" b="1">
                <a:solidFill>
                  <a:srgbClr val="111A34"/>
                </a:solidFill>
              </a:defRPr>
            </a:lvl9pPr>
          </a:lstStyle>
          <a:p xmlns:a="http://schemas.openxmlformats.org/drawingml/2006/main">
            <a:pPr>
              <a:defRPr sz="1875" b="1">
                <a:solidFill>
                  <a:srgbClr val="111A34"/>
                </a:solidFill>
              </a:defRPr>
            </a:pPr>
            <a:r>
              <a:rPr sz="1875" b="1">
                <a:solidFill>
                  <a:srgbClr val="111A34"/>
                </a:solidFill>
              </a:rPr>
              <a:t>안전 판단을 대신하기보다, 공식 자료를 더 빨리 확인하게 돕는다</a:t>
            </a:r>
          </a:p>
        </p:txBody>
      </p:sp>
    </p:spTree>
    <p:extLst>
      <p:ext uri="{BB962C8B-B14F-4D97-AF65-F5344CB8AC3E}">
        <p14:creationId xmlns:p14="http://schemas.microsoft.com/office/powerpoint/2010/main" val="10226815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2026-10-26T02:18:52.0220000Z</dcterms:created>
  <dcterms:modified xsi:type="dcterms:W3CDTF">2026-10-26T02:18:52.0220000Z</dcterms:modified>
</coreProperties>
</file>