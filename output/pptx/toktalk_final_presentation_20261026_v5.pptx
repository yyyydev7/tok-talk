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bf6a203b4848f1" /><Relationship Type="http://schemas.openxmlformats.org/officeDocument/2006/relationships/extended-properties" Target="/docProps/app.xml" Id="Rfd3197b9ed42412a" /><Relationship Type="http://schemas.openxmlformats.org/officeDocument/2006/relationships/officeDocument" Target="/ppt/presentation.xml" Id="R60b5eb0296af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f4a51e17a40d8"/>
  </p:sldMasterIdLst>
  <p:notesMasterIdLst>
    <p:notesMasterId xmlns:r="http://schemas.openxmlformats.org/officeDocument/2006/relationships" r:id="R6112e900c99440da"/>
  </p:notesMasterIdLst>
  <p:sldIdLst>
    <p:sldId xmlns:r="http://schemas.openxmlformats.org/officeDocument/2006/relationships" id="256" r:id="R47cc83f3566e4fdd"/>
    <p:sldId xmlns:r="http://schemas.openxmlformats.org/officeDocument/2006/relationships" id="257" r:id="Rda0f7214d7164151"/>
    <p:sldId xmlns:r="http://schemas.openxmlformats.org/officeDocument/2006/relationships" id="258" r:id="R1550e56c7774459a"/>
    <p:sldId xmlns:r="http://schemas.openxmlformats.org/officeDocument/2006/relationships" id="259" r:id="R186dc85151ab44ad"/>
    <p:sldId xmlns:r="http://schemas.openxmlformats.org/officeDocument/2006/relationships" id="260" r:id="R9c9615187a9840bd"/>
    <p:sldId xmlns:r="http://schemas.openxmlformats.org/officeDocument/2006/relationships" id="261" r:id="R19cc2b5210b24227"/>
    <p:sldId xmlns:r="http://schemas.openxmlformats.org/officeDocument/2006/relationships" id="262" r:id="R539956db5cb849fc"/>
    <p:sldId xmlns:r="http://schemas.openxmlformats.org/officeDocument/2006/relationships" id="263" r:id="Re7931c5901c34c2b"/>
    <p:sldId xmlns:r="http://schemas.openxmlformats.org/officeDocument/2006/relationships" id="264" r:id="R8d817f40dc414b44"/>
    <p:sldId xmlns:r="http://schemas.openxmlformats.org/officeDocument/2006/relationships" id="265" r:id="R60204f2a75e6475c"/>
    <p:sldId xmlns:r="http://schemas.openxmlformats.org/officeDocument/2006/relationships" id="266" r:id="R870b000c17ee4746"/>
    <p:sldId xmlns:r="http://schemas.openxmlformats.org/officeDocument/2006/relationships" id="267" r:id="R911fa16d5e89436e"/>
    <p:sldId xmlns:r="http://schemas.openxmlformats.org/officeDocument/2006/relationships" id="268" r:id="R82a93c1bb90949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7aa6dbd9f74566" /><Relationship Type="http://schemas.openxmlformats.org/officeDocument/2006/relationships/slideMaster" Target="/ppt/slideMasters/slideMaster1.xml" Id="Rdf1f4a51e17a40d8" /><Relationship Type="http://schemas.openxmlformats.org/officeDocument/2006/relationships/notesMaster" Target="/ppt/notesMasters/notesMaster1.xml" Id="R6112e900c99440da" /><Relationship Type="http://schemas.openxmlformats.org/officeDocument/2006/relationships/presProps" Target="/ppt/presProps.xml" Id="Rdb0c79c40d9d413f" /><Relationship Type="http://schemas.openxmlformats.org/officeDocument/2006/relationships/tableStyles" Target="/ppt/tableStyles.xml" Id="R47954eb845fd4157" /><Relationship Type="http://schemas.openxmlformats.org/officeDocument/2006/relationships/slide" Target="/ppt/slides/slide1.xml" Id="R47cc83f3566e4fdd" /><Relationship Type="http://schemas.openxmlformats.org/officeDocument/2006/relationships/slide" Target="/ppt/slides/slide2.xml" Id="Rda0f7214d7164151" /><Relationship Type="http://schemas.openxmlformats.org/officeDocument/2006/relationships/slide" Target="/ppt/slides/slide3.xml" Id="R1550e56c7774459a" /><Relationship Type="http://schemas.openxmlformats.org/officeDocument/2006/relationships/slide" Target="/ppt/slides/slide4.xml" Id="R186dc85151ab44ad" /><Relationship Type="http://schemas.openxmlformats.org/officeDocument/2006/relationships/slide" Target="/ppt/slides/slide5.xml" Id="R9c9615187a9840bd" /><Relationship Type="http://schemas.openxmlformats.org/officeDocument/2006/relationships/slide" Target="/ppt/slides/slide6.xml" Id="R19cc2b5210b24227" /><Relationship Type="http://schemas.openxmlformats.org/officeDocument/2006/relationships/slide" Target="/ppt/slides/slide7.xml" Id="R539956db5cb849fc" /><Relationship Type="http://schemas.openxmlformats.org/officeDocument/2006/relationships/slide" Target="/ppt/slides/slide8.xml" Id="Re7931c5901c34c2b" /><Relationship Type="http://schemas.openxmlformats.org/officeDocument/2006/relationships/slide" Target="/ppt/slides/slide9.xml" Id="R8d817f40dc414b44" /><Relationship Type="http://schemas.openxmlformats.org/officeDocument/2006/relationships/slide" Target="/ppt/slides/slide10.xml" Id="R60204f2a75e6475c" /><Relationship Type="http://schemas.openxmlformats.org/officeDocument/2006/relationships/slide" Target="/ppt/slides/slide11.xml" Id="R870b000c17ee4746" /><Relationship Type="http://schemas.openxmlformats.org/officeDocument/2006/relationships/slide" Target="/ppt/slides/slide12.xml" Id="R911fa16d5e89436e" /><Relationship Type="http://schemas.openxmlformats.org/officeDocument/2006/relationships/slide" Target="/ppt/slides/slide13.xml" Id="R82a93c1bb909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b199ff8e2c4c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aae3c77424adb" /><Relationship Type="http://schemas.openxmlformats.org/officeDocument/2006/relationships/notesMaster" Target="/ppt/notesMasters/notesMaster1.xml" Id="R3c68b009718143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a0a2517ce24d49" /><Relationship Type="http://schemas.openxmlformats.org/officeDocument/2006/relationships/notesMaster" Target="/ppt/notesMasters/notesMaster1.xml" Id="R3230107b94224c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80a9cc634a40f2" /><Relationship Type="http://schemas.openxmlformats.org/officeDocument/2006/relationships/notesMaster" Target="/ppt/notesMasters/notesMaster1.xml" Id="R7e54c76595af45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de448f47804362" /><Relationship Type="http://schemas.openxmlformats.org/officeDocument/2006/relationships/notesMaster" Target="/ppt/notesMasters/notesMaster1.xml" Id="R4807c83c89304b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a1dd96e7d94bce" /><Relationship Type="http://schemas.openxmlformats.org/officeDocument/2006/relationships/notesMaster" Target="/ppt/notesMasters/notesMaster1.xml" Id="Rdd3ba2ec2808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2599010c644b3b" /><Relationship Type="http://schemas.openxmlformats.org/officeDocument/2006/relationships/notesMaster" Target="/ppt/notesMasters/notesMaster1.xml" Id="Rc58fdee929ec46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9b7913e7614bc1" /><Relationship Type="http://schemas.openxmlformats.org/officeDocument/2006/relationships/notesMaster" Target="/ppt/notesMasters/notesMaster1.xml" Id="Ra9eeaf5daeb149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46aa21c5734f79" /><Relationship Type="http://schemas.openxmlformats.org/officeDocument/2006/relationships/notesMaster" Target="/ppt/notesMasters/notesMaster1.xml" Id="Rdf9c1257bb0143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0cb820d964ee1" /><Relationship Type="http://schemas.openxmlformats.org/officeDocument/2006/relationships/notesMaster" Target="/ppt/notesMasters/notesMaster1.xml" Id="Re6ef105b410e4c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9255ca6c3d412b" /><Relationship Type="http://schemas.openxmlformats.org/officeDocument/2006/relationships/notesMaster" Target="/ppt/notesMasters/notesMaster1.xml" Id="Rbfa8953e7bbc4c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654204362d4418" /><Relationship Type="http://schemas.openxmlformats.org/officeDocument/2006/relationships/notesMaster" Target="/ppt/notesMasters/notesMaster1.xml" Id="R3b99be605cda40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87a16275f74281" /><Relationship Type="http://schemas.openxmlformats.org/officeDocument/2006/relationships/notesMaster" Target="/ppt/notesMasters/notesMaster1.xml" Id="R445a786106294d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b4191eb5cf456a" /><Relationship Type="http://schemas.openxmlformats.org/officeDocument/2006/relationships/notesMaster" Target="/ppt/notesMasters/notesMaster1.xml" Id="R05c314ba03e34f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아키텍처 다이어그램을 원본 비율 그대로 전체 화면에 배치했다. 원본 파일: /Users/daehun/Downloads/tok-talk-architecture.png.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질문창.png를 입력창 중심으로 확대했다. 로그인 화면은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아세톤.png에서 질문·답변·출처 영역을 확대했다. 노출 경로와 보관이라는 복합 질문의 두 항목을 답변에서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이세톤.png에서 질문·답변·출처 영역을 확대했다. 오탈자가 들어간 입력도 아세톤이라는 표준 물질명과 CAS로 답하는 사례다.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이름과 담당 분야는 사용자가 제공했다. 세부 작업은 rag/app, frontend/src, backend/src/main/java/com/toktalk/auth, datapipeline/pipeline, infra 및 Compose 설정을 확인해 요약했다. 사진은 사용자가 제공한 팀 소개 이미지에서 각 초상 영역을 잘라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53e7d22be49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363c24084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9c2479dd5a4c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596ed3b4c40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501f2c35144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59ed15f5a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4DCB4B-35B5-4F27-A40B-6FBF6920C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5E310E-42FD-4271-BEC4-56D05DAB6E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1620AC-AD5C-4AE1-BA5D-572310490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7B8DE2-8942-4D2B-A801-B9240898D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6E1300-4631-4E39-ADE7-8E27AB2294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1BB848-201B-4147-877B-BCD8A8F72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6C09E7-7632-422A-A4FF-FAAD72D4D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208F13-AFA8-414C-80EF-06EEC1489E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3F2491-499C-4B42-B974-4F9E4939A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76BAE3-4B95-4AC8-B583-2CDDB5BCCE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877f8570f4465" /><Relationship Type="http://schemas.openxmlformats.org/officeDocument/2006/relationships/slideLayout" Target="/ppt/slideLayouts/slideLayout1.xml" Id="R9146eb0198314f2a" /><Relationship Type="http://schemas.openxmlformats.org/officeDocument/2006/relationships/slideLayout" Target="/ppt/slideLayouts/slideLayout2.xml" Id="R2d46ee2f37194ebc" /><Relationship Type="http://schemas.openxmlformats.org/officeDocument/2006/relationships/slideLayout" Target="/ppt/slideLayouts/slideLayout3.xml" Id="Ra9ff9b0ab357446e" /><Relationship Type="http://schemas.openxmlformats.org/officeDocument/2006/relationships/slideLayout" Target="/ppt/slideLayouts/slideLayout4.xml" Id="Rad6c67458eda4ac9" /><Relationship Type="http://schemas.openxmlformats.org/officeDocument/2006/relationships/slideLayout" Target="/ppt/slideLayouts/slideLayout5.xml" Id="Rf523a2364f1a49cb" /><Relationship Type="http://schemas.openxmlformats.org/officeDocument/2006/relationships/slideLayout" Target="/ppt/slideLayouts/slideLayout6.xml" Id="R5b433a787fea4e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46eb0198314f2a"/>
    <p:sldLayoutId xmlns:r="http://schemas.openxmlformats.org/officeDocument/2006/relationships" id="2147483650" r:id="R2d46ee2f37194ebc"/>
    <p:sldLayoutId xmlns:r="http://schemas.openxmlformats.org/officeDocument/2006/relationships" id="2147483651" r:id="Ra9ff9b0ab357446e"/>
    <p:sldLayoutId xmlns:r="http://schemas.openxmlformats.org/officeDocument/2006/relationships" id="2147483652" r:id="Rad6c67458eda4ac9"/>
    <p:sldLayoutId xmlns:r="http://schemas.openxmlformats.org/officeDocument/2006/relationships" id="2147483653" r:id="Rf523a2364f1a49cb"/>
    <p:sldLayoutId xmlns:r="http://schemas.openxmlformats.org/officeDocument/2006/relationships" id="2147483654" r:id="R5b433a787fea4e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1d2039a8e4f0d" /><Relationship Type="http://schemas.openxmlformats.org/officeDocument/2006/relationships/image" Target="/ppt/media/image.jpeg" Id="R1353e7fdb9b04e1d" /><Relationship Type="http://schemas.openxmlformats.org/officeDocument/2006/relationships/notesSlide" Target="/ppt/notesSlides/notesSlide1.xml" Id="Rf5641a704efa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cbab3e8824034" /><Relationship Type="http://schemas.openxmlformats.org/officeDocument/2006/relationships/notesSlide" Target="/ppt/notesSlides/notesSlide2.xml" Id="Reef98d4536c4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2ae191a244e33" /><Relationship Type="http://schemas.openxmlformats.org/officeDocument/2006/relationships/notesSlide" Target="/ppt/notesSlides/notesSlide3.xml" Id="R0997291842d7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542bc0c5e49e2" /><Relationship Type="http://schemas.openxmlformats.org/officeDocument/2006/relationships/image" Target="/ppt/media/image.png" Id="Rcdd9e9c9609b4fb0" /><Relationship Type="http://schemas.openxmlformats.org/officeDocument/2006/relationships/notesSlide" Target="/ppt/notesSlides/notesSlide4.xml" Id="R996eb41be31e4e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39bf8c15749e6" /><Relationship Type="http://schemas.openxmlformats.org/officeDocument/2006/relationships/notesSlide" Target="/ppt/notesSlides/notesSlide5.xml" Id="Ree2df5484d8d43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b391f97054d9d" /><Relationship Type="http://schemas.openxmlformats.org/officeDocument/2006/relationships/image" Target="/ppt/media/image2.png" Id="Re882511431eb48f7" /><Relationship Type="http://schemas.openxmlformats.org/officeDocument/2006/relationships/notesSlide" Target="/ppt/notesSlides/notesSlide6.xml" Id="R7ae354e57f1145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dfc2bd6a043b1" /><Relationship Type="http://schemas.openxmlformats.org/officeDocument/2006/relationships/image" Target="/ppt/media/image3.png" Id="R50ae84371bf9476b" /><Relationship Type="http://schemas.openxmlformats.org/officeDocument/2006/relationships/notesSlide" Target="/ppt/notesSlides/notesSlide7.xml" Id="Rc5b3dfde89e348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8acfc1eab4218" /><Relationship Type="http://schemas.openxmlformats.org/officeDocument/2006/relationships/image" Target="/ppt/media/image4.png" Id="Rd28ac0b115b344a0" /><Relationship Type="http://schemas.openxmlformats.org/officeDocument/2006/relationships/notesSlide" Target="/ppt/notesSlides/notesSlide8.xml" Id="R9ce3f0d8a65145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903f76ce641c9" /><Relationship Type="http://schemas.openxmlformats.org/officeDocument/2006/relationships/image" Target="/ppt/media/image5.png" Id="Rfa52f1d2346a41bc" /><Relationship Type="http://schemas.openxmlformats.org/officeDocument/2006/relationships/image" Target="/ppt/media/image6.png" Id="R213c052cb35344d3" /><Relationship Type="http://schemas.openxmlformats.org/officeDocument/2006/relationships/notesSlide" Target="/ppt/notesSlides/notesSlide9.xml" Id="R8ac6118e4bf649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60b745c514a51" /><Relationship Type="http://schemas.openxmlformats.org/officeDocument/2006/relationships/notesSlide" Target="/ppt/notesSlides/notesSlide10.xml" Id="Rd8cc27104f2e48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b8449028348cd" /><Relationship Type="http://schemas.openxmlformats.org/officeDocument/2006/relationships/notesSlide" Target="/ppt/notesSlides/notesSlide11.xml" Id="R852667f749d54d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e09967aa04d64" /><Relationship Type="http://schemas.openxmlformats.org/officeDocument/2006/relationships/notesSlide" Target="/ppt/notesSlides/notesSlide12.xml" Id="R1acc0fe1573545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bd42919514d59" /><Relationship Type="http://schemas.openxmlformats.org/officeDocument/2006/relationships/image" Target="/ppt/media/image7.png" Id="Rfdba614e0e484a4b" /><Relationship Type="http://schemas.openxmlformats.org/officeDocument/2006/relationships/image" Target="/ppt/media/image8.png" Id="R94102746241a405b" /><Relationship Type="http://schemas.openxmlformats.org/officeDocument/2006/relationships/image" Target="/ppt/media/image9.png" Id="R54c1745485bb4f1a" /><Relationship Type="http://schemas.openxmlformats.org/officeDocument/2006/relationships/image" Target="/ppt/media/image10.png" Id="Ree3ad80c465e4ff0" /><Relationship Type="http://schemas.openxmlformats.org/officeDocument/2006/relationships/image" Target="/ppt/media/image11.png" Id="Rc73be426b2b74446" /><Relationship Type="http://schemas.openxmlformats.org/officeDocument/2006/relationships/notesSlide" Target="/ppt/notesSlides/notesSlide13.xml" Id="R76c7931956dd47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05F7C-319B-4767-B13C-4F99BE713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3e7fdb9b04e1d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FBE1E-BDBD-4342-B561-7A72289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0D85D-8538-4F01-A0F4-44571E8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A7802-EE7A-42F7-A2C4-0CA0C15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CAE6F-5CE4-40D0-9B9E-1CEE27B2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20318-383A-4ADB-8F0C-A16709CB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F8FD-BDD0-4624-A171-7231B358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46A0-8569-4BB2-B4D2-48E35CFE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1709674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2FEC2-AFA7-4603-932E-C2AB8AF6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9FEE-EDF7-4DCD-86DD-299DF982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417D6-56DF-406C-8CAE-B78C42A1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944D3-4171-431F-ACF7-CAA7942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0B39F-A129-4A76-846F-39EF62B7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47FFD-C545-491D-A593-211FCF99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EB58D-C1AD-461D-B43B-EB8FA10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77BEC-6FA4-468E-BD17-3AB35318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C2400-344B-4C0F-8E9E-620B02E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8E517-0357-4A65-BEFC-5A65D55F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A2230-B7F0-495F-9F82-DF8147AE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D0E60-BC68-4883-B940-146D0E8B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4AA68-D519-4BF0-822E-7232D9FA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A5F32-A00E-4034-91FC-0FDE42D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F4880-93C9-487D-8566-B9CE84D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8626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C5849-7AD3-4936-AC76-A3FE3E02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E6D1B-E715-44D4-B6C5-F3DA8B5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63A7E-194D-420D-83D6-F7F04AE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ED566-1A29-459F-BD46-9ECE3FD2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4470E-77F6-44AB-B5AB-4AFB180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A039C-2BCB-4F38-B1E0-A2E755EB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12BD2-D605-4537-ADB1-9665A42F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BFACA-0EF4-48C0-9B5A-91493278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28FFA-585B-4653-A253-7F75412F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C75D4-BD32-4BDC-BE9B-75507BF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031349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92CA7-EBB2-455D-9463-A10A4EFA7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9e9c9609b4fb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64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6A4E6-1E6A-4C72-9B5E-BC279C1C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1315A-8595-4EAA-A2D1-3989FF5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B5B5D-4994-4B0F-8649-F17882A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E4387-4D40-4185-9CDD-A247044E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41AE2-3107-4F23-A95E-B5825E4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F7083-4C72-4D51-AC79-2CFD8370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0AFCE-EFAD-4BA3-A49A-2027076F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745F3-BC3B-44E6-9E7A-A621223E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091F-01D2-46ED-968D-C8877CFA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81DFF-E912-4F54-8B34-3ECD9147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DECE1-ECA3-44C0-B827-E527DB4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AB3B9-910B-4D4B-AC59-8F9FE91E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51EDB-A15D-4A32-AC95-061EC43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4E366-9091-4E7E-97E0-17DAFFA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119627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7C7C7-9D5B-4A62-9394-F0FA9CF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1CCDA-ABA1-4686-8EF9-D5778703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 입력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04CEC-6DDE-4DA7-80DC-F5230D06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283FD-9E0A-43C2-9963-47C5458D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31CCA-F34A-4EF8-BD64-D3394AC2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물질 선택·텍스트 입력·음성 질문을 한 화면에서 시작합니다.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BCF8D-254E-4EA8-9B8B-2BCD4EFD7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2511431eb48f7"/>
          <a:srcRect xmlns:a="http://schemas.openxmlformats.org/drawingml/2006/main" l="28700" t="16000" r="29000" b="55500"/>
          <a:stretch xmlns:a="http://schemas.openxmlformats.org/drawingml/2006/main"/>
        </p:blipFill>
        <p:spPr>
          <a:xfrm xmlns:a="http://schemas.openxmlformats.org/drawingml/2006/main">
            <a:off x="1047750" y="2352675"/>
            <a:ext cx="10096500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A4544-5D37-402E-929A-B277DBC5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검색 버튼으로 물질을 고르고, 질문하거나 마이크로 음성을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1123522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884D6-C825-4D3B-A4BD-6ABDD22E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27124-C51B-4B83-BC58-DC5C71A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아세톤: 두 항목에 한 번에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6CB2C-BC66-40FC-B0E9-EB1451AA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34A82-50F2-4A4A-86F4-5B88D450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42371-9E53-4AB6-94AC-40043F8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ACD3A-1DA8-4390-B27E-9FCD384F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아세톤의 노출 경로와</a:t>
            </a:r>
          </a:p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안전한 보관 방법은?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4A665-40C3-4FDD-A921-42FF713F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CEB54-A426-4758-8F81-8BA0099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답변에서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67C7F-8CF8-4F95-982D-5E482A6F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EFCBA-1A99-4D82-A28C-174568A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환기·밀폐·점화원 회피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7365C-4284-4FCC-B817-DCA149A5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404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NIOSH·KOSHA 출처 표시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7D318-0FE7-45F8-8113-21A63EC12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e84371bf9476b"/>
          <a:srcRect xmlns:a="http://schemas.openxmlformats.org/drawingml/2006/main" l="30800" t="16800" r="31200" b="31700"/>
          <a:stretch xmlns:a="http://schemas.openxmlformats.org/drawingml/2006/main"/>
        </p:blipFill>
        <p:spPr>
          <a:xfrm xmlns:a="http://schemas.openxmlformats.org/drawingml/2006/main">
            <a:off x="5048250" y="1857375"/>
            <a:ext cx="638175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39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7796D-DCE8-41BA-9361-90F2FD24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C1DD1-8780-409C-B41B-C75167C2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오탈자에도 표준 물질명으로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9EE1B-BBB8-4DE9-B565-0E185725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B2E15-07AC-4497-8BA3-00DAFFB9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78DE0-8E3D-4BA1-A952-756EB2C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사용자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135ED-0E86-4639-A899-5096639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“이세톤”이 포함된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348CE-BA0A-418F-9FF1-F30EF69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2AE75-2B25-4F1C-AFF0-C05A820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화면에서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9772C-940A-4584-8B41-6441E8C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선택 물질: 아세톤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49F74-A2C5-4D3F-B5BD-484D2DF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답변 물질명: 아세톤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FF90B-4EC5-42E5-A266-70A1A55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404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CAS 67-64-1 근거 표시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F525C-AFE8-4897-8A24-21E05AECA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ac0b115b344a0"/>
          <a:srcRect xmlns:a="http://schemas.openxmlformats.org/drawingml/2006/main" l="30900" t="20000" r="31200" b="28600"/>
          <a:stretch xmlns:a="http://schemas.openxmlformats.org/drawingml/2006/main"/>
        </p:blipFill>
        <p:spPr>
          <a:xfrm xmlns:a="http://schemas.openxmlformats.org/drawingml/2006/main">
            <a:off x="5048250" y="1857375"/>
            <a:ext cx="638175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22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DE7A1-F4A6-4F7B-A73E-DDB96217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D06BB-51DA-4196-A3DD-B68DE745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0DEC0-075F-467A-BF26-FA47476B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EA778-1489-4040-A999-84640CD3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79A4C-D29C-46CB-9676-EB2D4E1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309A9-F5A1-4E11-A0F6-8E25EFBB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08FCF-CC0F-4C4A-B561-2822704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6F1D2-5F79-4E0E-89F2-78C9355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7BC0B-2194-4EE7-A0DD-CD5AF9B3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4733A-62D0-450A-A157-007A37479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2f1d2346a41bc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67E83-6E29-43C1-858C-79D96257B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c052cb35344d3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4D6EA-A9BE-472F-9D5B-592CCEC8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8ED5A-0260-440D-B06B-9C4268A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18388925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186AE8-0145-46C5-BAC6-E393E5E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EF915-11B0-4AA7-BE7B-A13CDCD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0D347-4829-45BA-8056-F73E2A1E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9408B-8F21-4CA9-8142-E748B57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4FEE2-7BB8-46E1-9778-9C336326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9A350-9EC4-4785-A4D9-BB54D4E0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65927-1A17-4EBF-91AA-67C5210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00B8-32A4-4EDE-9D65-76273D64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CF2D1-EF1A-4E00-91AD-FE8D1CD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B0A9D-F676-488E-A6AD-515B3182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8C162-1F7C-4B33-AA80-CE8EAC31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B5018-765D-41E2-B0EC-FC64C1B1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D9C72-7F29-49A6-9204-091C22B7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B24AD-9EFF-440C-88F6-67E3B37A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1E629-C343-4C87-A445-BA62AFF1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808E2-5419-45E2-9FA7-6703234B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DEE66-7A9D-4D0F-A5D9-B782DD9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C6FD9-7316-46E1-9835-F55524CF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6D067-FB9D-45B1-BB20-8E1E3E5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BBC84-D176-427E-8003-5D52A01A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9FD64-A926-4DDE-AF4D-616D7869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690C1-F369-4751-B498-C47BFC9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96959-E5EE-44AA-8A3E-3DC446DD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01851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91D3E-C715-4F46-B31D-0FD583BE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5D76E-DC23-4D90-B1D7-05E107A3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38404-75B2-4596-987B-446C880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47E49-6BC4-452B-B02D-A0BBAF5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11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952DB-73F0-469B-97BF-F8BCF64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A3046-939A-4992-9228-3CFC45EB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FCC2E-CCA0-468F-97A7-7B490FAD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39DA0-686E-4136-B0DF-2968271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78F10-6E62-4E36-B2DC-11074442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B9E10-0480-43D4-BA5A-E68E0BA9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A25FE-A0E9-4279-BD5D-07C67789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1992A-638A-470E-8231-B2590FEF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D881D-1DBF-4DA5-93A7-0C755E1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44D90-AD88-4EF0-9D04-ADD1A159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54FBD-F48B-4D95-9A92-2B2F9D07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AA971-5AD5-443A-B610-7101BF6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43345-3F59-494A-908F-12ED88DA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E094B-A3A0-4659-A1E7-66643864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5BF9C-8434-492E-8DA4-63B3BB4D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7C1E7-CDF8-438C-8555-08C18CED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76BFF-5341-4F32-B96E-A1231CCC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955140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F5CB7-3806-447F-94F1-866E637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56930-9563-4101-AA5D-D344A0B5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1BC9E-A8A7-4B9A-A019-648D160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6F934-CBDC-4DBE-9003-960DC394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B1634-4B9F-4A37-9332-BFB77B1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9E5B3-DB10-46A4-9656-069D3A16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38865-873E-450A-89BE-5586462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10A85-AAE9-40E0-92D7-A2B45422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A277C-04E8-4266-AA80-A16C378B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C61CC-A920-4F45-AB03-E5BFDB72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6D54F-C3D5-4DB7-8432-4D3F72C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62D7C-5B34-4260-9FB1-FE28958B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B243B-4FFE-47A1-97E3-DB6D314C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E088E-DB49-47E5-B227-DC7C209F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6020125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C687B-43AA-4C54-8DC2-EF2981FE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팀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E6B7C-3E30-4759-B39D-CC0E3256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5명이 나눠 구현한 톡,talk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38A87-E5E9-4C89-865C-1C629C59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045AA-5E2F-45F9-B47C-957B9E9E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13 / 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1E4AD-7981-4FAE-8F72-1EF057C2D6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a614e0e484a4b"/>
          <a:srcRect xmlns:a="http://schemas.openxmlformats.org/drawingml/2006/main" l="5800" t="11300" r="75600" b="61300"/>
          <a:stretch xmlns:a="http://schemas.openxmlformats.org/drawingml/2006/main"/>
        </p:blipFill>
        <p:spPr>
          <a:xfrm xmlns:a="http://schemas.openxmlformats.org/drawingml/2006/main">
            <a:off x="8191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3D1D1-3FA5-469A-BD3F-BADA8FCB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김대훈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F0855-A238-493F-A53E-7BF1ACC3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RAG · LLM 서빙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1F4AD-2999-4388-85B7-892A7238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EB6BF-6509-4E1A-B9C9-18953CE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질문별 근거 검색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FastAPI·LLM 답변 생성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DB32B-3540-48BF-9654-1062E7D64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02746241a405b"/>
          <a:srcRect xmlns:a="http://schemas.openxmlformats.org/drawingml/2006/main" l="50000" t="11300" r="30700" b="61300"/>
          <a:stretch xmlns:a="http://schemas.openxmlformats.org/drawingml/2006/main"/>
        </p:blipFill>
        <p:spPr>
          <a:xfrm xmlns:a="http://schemas.openxmlformats.org/drawingml/2006/main">
            <a:off x="303847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0E1D5-0179-4C70-98C3-CBB7E63F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강도희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205CA-EFEC-4309-8779-7363428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4E702-9BEC-4D2B-A6FA-575F99CE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34F60-CCE3-4941-86EB-7AD457EA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Vue 질문·결과 화면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인증·음성 API 연동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3BF28-8712-43ED-9B31-759970E3E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1745485bb4f1a"/>
          <a:srcRect xmlns:a="http://schemas.openxmlformats.org/drawingml/2006/main" l="5400" t="66200" r="75400" b="6200"/>
          <a:stretch xmlns:a="http://schemas.openxmlformats.org/drawingml/2006/main"/>
        </p:blipFill>
        <p:spPr>
          <a:xfrm xmlns:a="http://schemas.openxmlformats.org/drawingml/2006/main">
            <a:off x="525780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AD734-4419-4767-A71E-CA06CF2C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정수민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44DB5-C497-48D6-818A-9A160EAA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A29DC-EDB9-4D6B-B0DD-B7DFA7FA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A9754-3205-49CC-B36A-E6FB8358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Java 로그인·계정 API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JWT 쿠키·MariaDB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0630B-C704-4916-8CD0-D9E167275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ad80c465e4ff0"/>
          <a:srcRect xmlns:a="http://schemas.openxmlformats.org/drawingml/2006/main" l="49800" t="40000" r="30200" b="33800"/>
          <a:stretch xmlns:a="http://schemas.openxmlformats.org/drawingml/2006/main"/>
        </p:blipFill>
        <p:spPr>
          <a:xfrm xmlns:a="http://schemas.openxmlformats.org/drawingml/2006/main">
            <a:off x="747712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141D5-0B8E-4251-A98A-2D18BC4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이연주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DEA9A-B576-406D-8C1D-863D084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데이터 파이프라인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5DCAF-40F3-42CC-A8EF-17FE18F1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6E3F4-A4BC-4163-8918-8E62286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KOSHA·NIOSH 수집·청킹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BGE-M3·FAISS 색인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93D34-4D96-4948-96AC-FE1E7F261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e426b2b74446"/>
          <a:srcRect xmlns:a="http://schemas.openxmlformats.org/drawingml/2006/main" l="50300" t="66600" r="30700" b="6200"/>
          <a:stretch xmlns:a="http://schemas.openxmlformats.org/drawingml/2006/main"/>
        </p:blipFill>
        <p:spPr>
          <a:xfrm xmlns:a="http://schemas.openxmlformats.org/drawingml/2006/main">
            <a:off x="96964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4F015-7AB7-4C50-B545-9FA71C09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손연우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523C0-30B5-4232-A714-5E37058D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E6463-19B2-4FC7-A5CA-7CE6B865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6258B-B4E2-421E-874C-AEE4EF66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Docker Compose·Nginx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헬스체크·기동 검사</a:t>
            </a:r>
          </a:p>
        </p:txBody>
      </p:sp>
    </p:spTree>
    <p:extLst>
      <p:ext uri="{BB962C8B-B14F-4D97-AF65-F5344CB8AC3E}">
        <p14:creationId xmlns:p14="http://schemas.microsoft.com/office/powerpoint/2010/main" val="292114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2026-10-26T05:36:28.5720000Z</dcterms:created>
  <dcterms:modified xsi:type="dcterms:W3CDTF">2026-10-26T05:36:28.5720000Z</dcterms:modified>
</coreProperties>
</file>