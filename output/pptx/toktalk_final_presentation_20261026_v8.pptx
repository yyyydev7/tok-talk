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fa789b0a30487a" /><Relationship Type="http://schemas.openxmlformats.org/officeDocument/2006/relationships/extended-properties" Target="/docProps/app.xml" Id="Rbe814b766f914323" /><Relationship Type="http://schemas.openxmlformats.org/officeDocument/2006/relationships/officeDocument" Target="/ppt/presentation.xml" Id="R52d590a32aa34c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df9db4a4874b06"/>
  </p:sldMasterIdLst>
  <p:notesMasterIdLst>
    <p:notesMasterId xmlns:r="http://schemas.openxmlformats.org/officeDocument/2006/relationships" r:id="R01a96664af514f49"/>
  </p:notesMasterIdLst>
  <p:sldIdLst>
    <p:sldId xmlns:r="http://schemas.openxmlformats.org/officeDocument/2006/relationships" id="256" r:id="R903ebffc3a7f4c5a"/>
    <p:sldId xmlns:r="http://schemas.openxmlformats.org/officeDocument/2006/relationships" id="257" r:id="R9021ae36ac7d42fb"/>
    <p:sldId xmlns:r="http://schemas.openxmlformats.org/officeDocument/2006/relationships" id="258" r:id="R521c7462867843b5"/>
    <p:sldId xmlns:r="http://schemas.openxmlformats.org/officeDocument/2006/relationships" id="259" r:id="Ra525b36937fa42ff"/>
    <p:sldId xmlns:r="http://schemas.openxmlformats.org/officeDocument/2006/relationships" id="260" r:id="R4bfbfa76588a42cb"/>
    <p:sldId xmlns:r="http://schemas.openxmlformats.org/officeDocument/2006/relationships" id="261" r:id="Rd08c661a6ca34eae"/>
    <p:sldId xmlns:r="http://schemas.openxmlformats.org/officeDocument/2006/relationships" id="262" r:id="R0ae54c4eab6449f6"/>
    <p:sldId xmlns:r="http://schemas.openxmlformats.org/officeDocument/2006/relationships" id="263" r:id="R1deda17ed5094dde"/>
    <p:sldId xmlns:r="http://schemas.openxmlformats.org/officeDocument/2006/relationships" id="264" r:id="R0c44875b479b4c33"/>
    <p:sldId xmlns:r="http://schemas.openxmlformats.org/officeDocument/2006/relationships" id="265" r:id="Rd4059bd10ec04382"/>
    <p:sldId xmlns:r="http://schemas.openxmlformats.org/officeDocument/2006/relationships" id="266" r:id="R6abe15c6d64a4885"/>
    <p:sldId xmlns:r="http://schemas.openxmlformats.org/officeDocument/2006/relationships" id="267" r:id="R3ef615be4e904dbc"/>
    <p:sldId xmlns:r="http://schemas.openxmlformats.org/officeDocument/2006/relationships" id="268" r:id="R847a0b77d46340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4b039d39a548c1" /><Relationship Type="http://schemas.openxmlformats.org/officeDocument/2006/relationships/slideMaster" Target="/ppt/slideMasters/slideMaster1.xml" Id="Rd5df9db4a4874b06" /><Relationship Type="http://schemas.openxmlformats.org/officeDocument/2006/relationships/notesMaster" Target="/ppt/notesMasters/notesMaster1.xml" Id="R01a96664af514f49" /><Relationship Type="http://schemas.openxmlformats.org/officeDocument/2006/relationships/presProps" Target="/ppt/presProps.xml" Id="Ra96fa71e4a084c87" /><Relationship Type="http://schemas.openxmlformats.org/officeDocument/2006/relationships/tableStyles" Target="/ppt/tableStyles.xml" Id="Rf8ff89f631094590" /><Relationship Type="http://schemas.openxmlformats.org/officeDocument/2006/relationships/slide" Target="/ppt/slides/slide1.xml" Id="R903ebffc3a7f4c5a" /><Relationship Type="http://schemas.openxmlformats.org/officeDocument/2006/relationships/slide" Target="/ppt/slides/slide2.xml" Id="R9021ae36ac7d42fb" /><Relationship Type="http://schemas.openxmlformats.org/officeDocument/2006/relationships/slide" Target="/ppt/slides/slide3.xml" Id="R521c7462867843b5" /><Relationship Type="http://schemas.openxmlformats.org/officeDocument/2006/relationships/slide" Target="/ppt/slides/slide4.xml" Id="Ra525b36937fa42ff" /><Relationship Type="http://schemas.openxmlformats.org/officeDocument/2006/relationships/slide" Target="/ppt/slides/slide5.xml" Id="R4bfbfa76588a42cb" /><Relationship Type="http://schemas.openxmlformats.org/officeDocument/2006/relationships/slide" Target="/ppt/slides/slide6.xml" Id="Rd08c661a6ca34eae" /><Relationship Type="http://schemas.openxmlformats.org/officeDocument/2006/relationships/slide" Target="/ppt/slides/slide7.xml" Id="R0ae54c4eab6449f6" /><Relationship Type="http://schemas.openxmlformats.org/officeDocument/2006/relationships/slide" Target="/ppt/slides/slide8.xml" Id="R1deda17ed5094dde" /><Relationship Type="http://schemas.openxmlformats.org/officeDocument/2006/relationships/slide" Target="/ppt/slides/slide9.xml" Id="R0c44875b479b4c33" /><Relationship Type="http://schemas.openxmlformats.org/officeDocument/2006/relationships/slide" Target="/ppt/slides/slide10.xml" Id="Rd4059bd10ec04382" /><Relationship Type="http://schemas.openxmlformats.org/officeDocument/2006/relationships/slide" Target="/ppt/slides/slide11.xml" Id="R6abe15c6d64a4885" /><Relationship Type="http://schemas.openxmlformats.org/officeDocument/2006/relationships/slide" Target="/ppt/slides/slide12.xml" Id="R3ef615be4e904dbc" /><Relationship Type="http://schemas.openxmlformats.org/officeDocument/2006/relationships/slide" Target="/ppt/slides/slide13.xml" Id="R847a0b77d46340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bcb40529f74f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929e0599164abe" /><Relationship Type="http://schemas.openxmlformats.org/officeDocument/2006/relationships/notesMaster" Target="/ppt/notesMasters/notesMaster1.xml" Id="R75df85df8b3144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4f26a4a05b4ecc" /><Relationship Type="http://schemas.openxmlformats.org/officeDocument/2006/relationships/notesMaster" Target="/ppt/notesMasters/notesMaster1.xml" Id="Rfd3b7e9f5c714b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cf5cd99aeb48ab" /><Relationship Type="http://schemas.openxmlformats.org/officeDocument/2006/relationships/notesMaster" Target="/ppt/notesMasters/notesMaster1.xml" Id="R834a6be7957947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66f409eb884832" /><Relationship Type="http://schemas.openxmlformats.org/officeDocument/2006/relationships/notesMaster" Target="/ppt/notesMasters/notesMaster1.xml" Id="Rd065865a536c4e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17000287144168" /><Relationship Type="http://schemas.openxmlformats.org/officeDocument/2006/relationships/notesMaster" Target="/ppt/notesMasters/notesMaster1.xml" Id="R6f17c8c4a8be4b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22b20ab70e473d" /><Relationship Type="http://schemas.openxmlformats.org/officeDocument/2006/relationships/notesMaster" Target="/ppt/notesMasters/notesMaster1.xml" Id="R19f5eca2e84f4c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8d93dd330947b3" /><Relationship Type="http://schemas.openxmlformats.org/officeDocument/2006/relationships/notesMaster" Target="/ppt/notesMasters/notesMaster1.xml" Id="Rc46d503e413149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1de61341c649e9" /><Relationship Type="http://schemas.openxmlformats.org/officeDocument/2006/relationships/notesMaster" Target="/ppt/notesMasters/notesMaster1.xml" Id="R813e9573988f48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dea9fd25f64215" /><Relationship Type="http://schemas.openxmlformats.org/officeDocument/2006/relationships/notesMaster" Target="/ppt/notesMasters/notesMaster1.xml" Id="Rc4cb56ee029f45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9b462dda8846a8" /><Relationship Type="http://schemas.openxmlformats.org/officeDocument/2006/relationships/notesMaster" Target="/ppt/notesMasters/notesMaster1.xml" Id="R824d29d9263441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095c42540f4ac9" /><Relationship Type="http://schemas.openxmlformats.org/officeDocument/2006/relationships/notesMaster" Target="/ppt/notesMasters/notesMaster1.xml" Id="R4aa0db7eae394b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2dbaee7eb34c5a" /><Relationship Type="http://schemas.openxmlformats.org/officeDocument/2006/relationships/notesMaster" Target="/ppt/notesMasters/notesMaster1.xml" Id="Rad4a90e067fb4b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1b701776b4485c" /><Relationship Type="http://schemas.openxmlformats.org/officeDocument/2006/relationships/notesMaster" Target="/ppt/notesMasters/notesMaster1.xml" Id="R8cf05cf531604d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10분 구성은 사용자가 제시한 발표 양식(문제 1분, 아키텍처 2분, 라이브 데모 3분, 결과 2분, 한계·다음 2분)에 맞춤. 사진은 프로젝트 frontend/public/media/lab-pour-poster.jpg.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정의는 사용자가 제공한 tok-talk 기획 설명을 요약. 실제 제품별 보관 위치와 연구실 운영 규칙은 공식 자료만으로 확정할 수 없다는 점을 다음 슬라이드에서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대상은 소규모 연구·개발 실험실. 사용자 제공 기획 문서의 문제 정의와 공식 자료 기반 RAG 범위를 바탕으로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아키텍처 다이어그램을 원본 비율 그대로 전체 화면에 배치했다. 원본 파일: /Users/daehun/Downloads/tok-talk-architecture.png.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rag/app/services/rag.py의 INTENTS, _retrieve, answer. 구체적 안전정보는 실제 원문·제품별 MSDS 검증이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질문창.png를 입력창 중심으로 확대했다. 로그인 화면은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아세톤.png에서 답변 본문을 크게 확대했다. 원본 화면의 출처 목록은 결과 비교 슬라이드와 발표 시 실제 서비스 화면에서 확인할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이세톤.png에서 답변 본문을 크게 확대했다. 이 자료는 오탈자 입력에서 아세톤 이름으로 답변한 화면 사례다.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사용자 제공 수정 전 화면 캡처. 오른쪽은 사용자 제공 수정 후 화면 캡처. 0/3→3/3은 A01–A03 화면 사례의 두 요청 항목 포함 여부이며 정확도·근거성 전체 점수가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datapipeline/reports/chunking_before_after_20261026.md. 항목별 개수는 겹칠 수 있으므로 합산하지 않는다. 동일 BGE-M3, 동일 9개 질문에서 기대 항목 top-5 적중은 9/9→9/9. 색인 용량과 질의 지연은 미측정.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3건은 수동 화면 비교, 9건은 자동 검색 항목 평가. 한 변경의 단독 효과로 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N01–N02는 미실행. KOSHA/NIOSH 공식 자료는 특정 제품과 연구실 자체 배치를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이름과 담당 분야는 사용자가 제공했다. 세부 작업은 rag/app, frontend/src, backend/src/main/java/com/toktalk/auth, datapipeline/pipeline, infra 및 Compose 설정을 확인해 요약했다. 사진은 사용자가 제공한 팀 소개 이미지에서 각 초상 영역을 잘라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4df5360ff4e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831fc4e934a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e48a52ff549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708f2e86043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c0b6a804947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6e60cae914e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D84902-136E-49FB-B1CB-718B83BB27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DE2C7F2-214B-470C-A078-95684FB6C9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A9098A-ADC8-4432-BDBB-8246848435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FA9B8A-B0BB-4243-9DF1-BDE188DBC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A97EDB-8141-497D-9DA0-5819085ABF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06692D-A5D6-464D-B79F-0C72DD9CA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7EBC75-8BDD-45FE-9E0A-023CC21109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EAD9D4-CFE9-4D0A-84B7-52C72A67DF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04C11F-2B6B-4622-93E7-6953144A43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6E0FC5-BF90-4D86-868A-7824C8360F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a3513f8c2d44ea" /><Relationship Type="http://schemas.openxmlformats.org/officeDocument/2006/relationships/slideLayout" Target="/ppt/slideLayouts/slideLayout1.xml" Id="R0bac8075203145ea" /><Relationship Type="http://schemas.openxmlformats.org/officeDocument/2006/relationships/slideLayout" Target="/ppt/slideLayouts/slideLayout2.xml" Id="R74613da112914f90" /><Relationship Type="http://schemas.openxmlformats.org/officeDocument/2006/relationships/slideLayout" Target="/ppt/slideLayouts/slideLayout3.xml" Id="R058b14b7fafe44f4" /><Relationship Type="http://schemas.openxmlformats.org/officeDocument/2006/relationships/slideLayout" Target="/ppt/slideLayouts/slideLayout4.xml" Id="R20c027ecfe724426" /><Relationship Type="http://schemas.openxmlformats.org/officeDocument/2006/relationships/slideLayout" Target="/ppt/slideLayouts/slideLayout5.xml" Id="Re81bab3180994dc5" /><Relationship Type="http://schemas.openxmlformats.org/officeDocument/2006/relationships/slideLayout" Target="/ppt/slideLayouts/slideLayout6.xml" Id="Rd4346dc6fd6742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ac8075203145ea"/>
    <p:sldLayoutId xmlns:r="http://schemas.openxmlformats.org/officeDocument/2006/relationships" id="2147483650" r:id="R74613da112914f90"/>
    <p:sldLayoutId xmlns:r="http://schemas.openxmlformats.org/officeDocument/2006/relationships" id="2147483651" r:id="R058b14b7fafe44f4"/>
    <p:sldLayoutId xmlns:r="http://schemas.openxmlformats.org/officeDocument/2006/relationships" id="2147483652" r:id="R20c027ecfe724426"/>
    <p:sldLayoutId xmlns:r="http://schemas.openxmlformats.org/officeDocument/2006/relationships" id="2147483653" r:id="Re81bab3180994dc5"/>
    <p:sldLayoutId xmlns:r="http://schemas.openxmlformats.org/officeDocument/2006/relationships" id="2147483654" r:id="Rd4346dc6fd6742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d0b9253434cba" /><Relationship Type="http://schemas.openxmlformats.org/officeDocument/2006/relationships/image" Target="/ppt/media/image.jpeg" Id="R820bb184459845a1" /><Relationship Type="http://schemas.openxmlformats.org/officeDocument/2006/relationships/notesSlide" Target="/ppt/notesSlides/notesSlide1.xml" Id="R423ce2c615f049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672066b98745a3" /><Relationship Type="http://schemas.openxmlformats.org/officeDocument/2006/relationships/notesSlide" Target="/ppt/notesSlides/notesSlide2.xml" Id="R256bce69b5ca4e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5f570fc39464f" /><Relationship Type="http://schemas.openxmlformats.org/officeDocument/2006/relationships/notesSlide" Target="/ppt/notesSlides/notesSlide3.xml" Id="Rf584298c39da45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19d2569084698" /><Relationship Type="http://schemas.openxmlformats.org/officeDocument/2006/relationships/image" Target="/ppt/media/image.png" Id="R827a82b004af4bb2" /><Relationship Type="http://schemas.openxmlformats.org/officeDocument/2006/relationships/notesSlide" Target="/ppt/notesSlides/notesSlide4.xml" Id="R9685b18be8c841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23f50406124643" /><Relationship Type="http://schemas.openxmlformats.org/officeDocument/2006/relationships/notesSlide" Target="/ppt/notesSlides/notesSlide5.xml" Id="R0b6fe9d5ba2049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c7ce8a1994d61" /><Relationship Type="http://schemas.openxmlformats.org/officeDocument/2006/relationships/image" Target="/ppt/media/image2.png" Id="Rc455f2f309804b51" /><Relationship Type="http://schemas.openxmlformats.org/officeDocument/2006/relationships/notesSlide" Target="/ppt/notesSlides/notesSlide6.xml" Id="R3a63ce3e06fc40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a0f11df96145f4" /><Relationship Type="http://schemas.openxmlformats.org/officeDocument/2006/relationships/image" Target="/ppt/media/image3.png" Id="R26cf05e15cbc45c1" /><Relationship Type="http://schemas.openxmlformats.org/officeDocument/2006/relationships/notesSlide" Target="/ppt/notesSlides/notesSlide7.xml" Id="R56a3b77b4e7d45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ae877fe2a4e52" /><Relationship Type="http://schemas.openxmlformats.org/officeDocument/2006/relationships/image" Target="/ppt/media/image4.png" Id="Rb92227e5b81e4b64" /><Relationship Type="http://schemas.openxmlformats.org/officeDocument/2006/relationships/image" Target="/ppt/media/image5.png" Id="R3288797b257b4314" /><Relationship Type="http://schemas.openxmlformats.org/officeDocument/2006/relationships/notesSlide" Target="/ppt/notesSlides/notesSlide8.xml" Id="Rc1c41254900a48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eb7f91eb14945" /><Relationship Type="http://schemas.openxmlformats.org/officeDocument/2006/relationships/image" Target="/ppt/media/image6.png" Id="Rb7d49da1c1a84124" /><Relationship Type="http://schemas.openxmlformats.org/officeDocument/2006/relationships/image" Target="/ppt/media/image7.png" Id="R0c4a3f87ac4a4f76" /><Relationship Type="http://schemas.openxmlformats.org/officeDocument/2006/relationships/notesSlide" Target="/ppt/notesSlides/notesSlide9.xml" Id="R7546bb5504704a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241a513ba42e9" /><Relationship Type="http://schemas.openxmlformats.org/officeDocument/2006/relationships/notesSlide" Target="/ppt/notesSlides/notesSlide10.xml" Id="R59e1d4734ccf4a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54a06e6b3d47a3" /><Relationship Type="http://schemas.openxmlformats.org/officeDocument/2006/relationships/notesSlide" Target="/ppt/notesSlides/notesSlide11.xml" Id="R80349a321a324f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46c9d605c4cf1" /><Relationship Type="http://schemas.openxmlformats.org/officeDocument/2006/relationships/notesSlide" Target="/ppt/notesSlides/notesSlide12.xml" Id="R04ff8702bf674b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7e81d6c71540ca" /><Relationship Type="http://schemas.openxmlformats.org/officeDocument/2006/relationships/image" Target="/ppt/media/image8.png" Id="Rec3cd8821fb348d4" /><Relationship Type="http://schemas.openxmlformats.org/officeDocument/2006/relationships/image" Target="/ppt/media/image9.png" Id="Raf3c00f048694ad5" /><Relationship Type="http://schemas.openxmlformats.org/officeDocument/2006/relationships/image" Target="/ppt/media/image10.png" Id="R37f97d0e92a24097" /><Relationship Type="http://schemas.openxmlformats.org/officeDocument/2006/relationships/image" Target="/ppt/media/image11.png" Id="R730111d0b1f446f2" /><Relationship Type="http://schemas.openxmlformats.org/officeDocument/2006/relationships/image" Target="/ppt/media/image12.png" Id="Re521e4017f5349f8" /><Relationship Type="http://schemas.openxmlformats.org/officeDocument/2006/relationships/notesSlide" Target="/ppt/notesSlides/notesSlide13.xml" Id="Rb1bd1bc1007047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C30B0-745B-439B-8B19-09E1757E72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bb184459845a1"/>
          <a:srcRect xmlns:a="http://schemas.openxmlformats.org/drawingml/2006/main" l="26406" t="0" r="2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0"/>
            <a:ext cx="5753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E89DF-BC02-44AC-A619-15BDD393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AC9CF-6931-4F64-AF22-589FC711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실험 순간에 필요한</a:t>
            </a:r>
          </a:p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화학물질 안전정보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69F27-845C-4980-99E6-2298C4A0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질문을 공식 자료의 근거와 연결하다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E43CD-DB88-473D-8364-4D62BA60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10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C6E75-48FD-46D0-9FEB-3101F8CD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문제 1분  ·  아키텍처 2분  ·  라이브 데모 3분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DE711-544B-4971-8573-07CD2361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결과 2분  ·  한계와 다음 단계 2분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302D6-73C9-4512-BD23-B301C3B1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AI 서비스 개발 Mini-project  |  2026.10.26</a:t>
            </a:r>
          </a:p>
        </p:txBody>
      </p:sp>
    </p:spTree>
    <p:extLst>
      <p:ext uri="{BB962C8B-B14F-4D97-AF65-F5344CB8AC3E}">
        <p14:creationId xmlns:p14="http://schemas.microsoft.com/office/powerpoint/2010/main" val="199910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A2DA3-8CEF-492B-B25B-4FF62EE5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· 1분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E1902-6225-4954-BF79-0A8C9F70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시약을 쓰고 다시 보관할 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82AAF-5238-479A-9229-DF4C407F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A4FDF-C5BF-4746-953C-4ABC560D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02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DEA20-00D6-4273-8090-7C881553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연구실에서는 물질명을 아는 것만으로 안전하게 반납하기 어렵습니다.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5C284-988E-41FD-A1CB-6A0DC617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F3F88-6A79-4CB5-A7D9-F9D88AD8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냉장고별 온도와 인화성 물질의 분리 보관 조건을 다시 확인해야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52867-7101-45AF-9B3A-BD79EC96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C8B30-9D75-4AB7-A2DC-EC130872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취급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CA78A-917B-4A14-BCB7-5416607A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고체·액체·용액 상태에 따라 보호구와 환기 조건이 달라집니다.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DC8EB-B664-4F52-8AFF-053BE313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84A50-B44C-4971-8592-A1253B42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폐기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752FB-3B55-491B-8EFA-656D8276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산·염기·유기용매 폐액을 혼합하지 않도록 분류해야 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B67B3-2B1B-4160-8B57-0846C1B0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64B6C-D52A-438B-96D5-B54AA3E6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필요한 정보는 길게 작성된 SDS의 여러 항목에 흩어져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131524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6E0B1-D99B-4D38-A8E7-AFF0F3B5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→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8047E-5DBD-45A5-A4B8-8393758E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문서 제목보다 상황을 먼저 묻습니다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CCB8A-7CD8-4060-BA08-144C6BAC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4EF4E-2606-4FBD-BF40-55C20392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03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875F4-F495-4DEA-AB23-F33E35E3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“아세톤은 어떻게 보관하나요?”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AFEF6-4995-4373-9628-35E2C1F9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210AD-96D6-4C42-94F3-94CBFF80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“메탄올이 눈에 닿으면 어떻게 해야 하나요?”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25204-21E6-46BF-A0C1-C5A408B5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A4975-73B6-469A-9264-B5268B5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“톨루엔 노출을 줄이려면?”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B32D7-9032-418F-A9EB-40005E1C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KOSHA MSDS와 NIOSH 자료에서 관련 항목을 찾아 한국어 답변과 출처를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218315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EFD45-9759-4FE4-99BB-4E9445521B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a82b004af4bb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54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22E82-2F6C-408E-9BA3-D4D3A0E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아키텍처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60EA0-D0E1-4418-B796-E21EF79B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질문은 요청 항목별로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25C02-48CA-44F2-A4E5-628B3043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664D1-9205-44FA-BC16-71293AAB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05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02163-544E-4256-BD57-95E3236C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질문: “아세톤의 노출 경로와 안전한 보관 방법은?”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CBE0D-25E6-4B60-95D5-777F8FC3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72F92-C997-40F4-A38D-6E25715C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노출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5C3A4-CB3C-46D7-B437-F97C0FBF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NIOSH 노출 경로 + 약어표에서 흡입·섭취·피부/눈 접촉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E21D7-4914-48A2-8295-6FB963A0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1DD7C-A9F0-4BA9-B957-E12A222E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 방법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548F5-2F3F-430E-AD12-6DB8D9BB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 취급 및 저장방법에서 환기·밀폐·점화원 조건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331F0-C1F2-4265-A6E9-E2C0893F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D9D2F-C442-4191-8BAB-6C553E86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두 근거를 함께 제공 → 인용 번호 검사 → 답변·출처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B2A04-6B04-438E-95C4-CE5BC372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요청 항목의 근거가 없으면 담당자 확인 안내</a:t>
            </a:r>
          </a:p>
        </p:txBody>
      </p:sp>
    </p:spTree>
    <p:extLst>
      <p:ext uri="{BB962C8B-B14F-4D97-AF65-F5344CB8AC3E}">
        <p14:creationId xmlns:p14="http://schemas.microsoft.com/office/powerpoint/2010/main" val="1196991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7C07E-5DFB-441A-9859-E4D8BEB1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5EC66-66CF-4C00-8EEE-8635FAE6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 입력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94B08-83A9-45E7-9362-D555F8AA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1D985-CB9D-4C88-A9A9-4F6B8755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06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48DAA-04B0-48F5-9211-6FB8B6AF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물질 선택·텍스트 입력·음성 질문을 한 화면에서 시작합니다.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94D45-6EC2-4230-B4F1-5E4D273CA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5f2f309804b51"/>
          <a:srcRect xmlns:a="http://schemas.openxmlformats.org/drawingml/2006/main" l="28700" t="16000" r="29000" b="55500"/>
          <a:stretch xmlns:a="http://schemas.openxmlformats.org/drawingml/2006/main"/>
        </p:blipFill>
        <p:spPr>
          <a:xfrm xmlns:a="http://schemas.openxmlformats.org/drawingml/2006/main">
            <a:off x="1047750" y="2352675"/>
            <a:ext cx="10096500" cy="3381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203C7-0B4E-472F-9D8E-2C56E5DB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검색 버튼으로 물질을 고르고, 질문하거나 마이크로 음성을 입력합니다.</a:t>
            </a:r>
          </a:p>
        </p:txBody>
      </p:sp>
    </p:spTree>
    <p:extLst>
      <p:ext uri="{BB962C8B-B14F-4D97-AF65-F5344CB8AC3E}">
        <p14:creationId xmlns:p14="http://schemas.microsoft.com/office/powerpoint/2010/main" val="7028261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1C72D-7800-4E9A-BCD4-4138D97B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B6FDB-04BB-4520-90DF-864D2E49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아세톤: 두 항목에 한 번에 답변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B8932-90A0-4592-B6C4-3772B9F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5848F-B40B-436C-83BE-1E61FAFB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07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CD457-D513-409B-AAEA-8FEA9B17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질문: 아세톤의 노출 경로와 안전한 보관 방법은?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38D31-C4EF-458F-A0AD-C238C3E30C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f05e15cbc45c1"/>
          <a:srcRect xmlns:a="http://schemas.openxmlformats.org/drawingml/2006/main" l="30800" t="24900" r="31200" b="50400"/>
          <a:stretch xmlns:a="http://schemas.openxmlformats.org/drawingml/2006/main"/>
        </p:blipFill>
        <p:spPr>
          <a:xfrm xmlns:a="http://schemas.openxmlformats.org/drawingml/2006/main">
            <a:off x="609600" y="2390775"/>
            <a:ext cx="10972800" cy="35909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A74C7-BB44-49FE-8DAC-63F3E06A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흡입·섭취·피부/눈 접촉  /  환기·밀폐·점화원 회피</a:t>
            </a:r>
          </a:p>
        </p:txBody>
      </p:sp>
    </p:spTree>
    <p:extLst>
      <p:ext uri="{BB962C8B-B14F-4D97-AF65-F5344CB8AC3E}">
        <p14:creationId xmlns:p14="http://schemas.microsoft.com/office/powerpoint/2010/main" val="174122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2D660-FAD4-4111-86FF-B89D0E07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76392-01BB-45E2-9279-7D3ECBD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오탈자에도 표준 물질명으로 답변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3006B-D4CA-4D98-88AF-6D10EDD0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23F6C-69E0-4D7D-BD3E-30DD4D31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08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7C487-8ADC-4CBA-9018-564ABC06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입력: “이세톤”  /  답변: “아세톤”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5A349-08ED-44E1-915D-082F79996E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2227e5b81e4b64"/>
          <a:srcRect xmlns:a="http://schemas.openxmlformats.org/drawingml/2006/main" l="54700" t="19700" r="31200" b="75800"/>
          <a:stretch xmlns:a="http://schemas.openxmlformats.org/drawingml/2006/main"/>
        </p:blipFill>
        <p:spPr>
          <a:xfrm xmlns:a="http://schemas.openxmlformats.org/drawingml/2006/main">
            <a:off x="7296150" y="1790700"/>
            <a:ext cx="4229100" cy="4381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115A6-F210-4D98-B888-EF4EE419CB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8797b257b4314"/>
          <a:srcRect xmlns:a="http://schemas.openxmlformats.org/drawingml/2006/main" l="30900" t="26900" r="31200" b="48400"/>
          <a:stretch xmlns:a="http://schemas.openxmlformats.org/drawingml/2006/main"/>
        </p:blipFill>
        <p:spPr>
          <a:xfrm xmlns:a="http://schemas.openxmlformats.org/drawingml/2006/main">
            <a:off x="609600" y="2390775"/>
            <a:ext cx="10972800" cy="35909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A3C86-40F5-4153-98BF-45C6AEF0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CAS 67-64-1의 안전 자료를 근거로 같은 항목을 답변</a:t>
            </a:r>
          </a:p>
        </p:txBody>
      </p:sp>
    </p:spTree>
    <p:extLst>
      <p:ext uri="{BB962C8B-B14F-4D97-AF65-F5344CB8AC3E}">
        <p14:creationId xmlns:p14="http://schemas.microsoft.com/office/powerpoint/2010/main" val="19985622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3E1DC-43A4-4E33-A3AA-BC1A057F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925CC-0863-4FA2-88EE-19035FA3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질문에서 빠지던 항목을 보완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0D933-60BE-4B1D-84AC-E76BDD6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39220-5877-4EA6-8D31-50D2E81F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09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16D7E-7B25-4F52-95A2-84FA026C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화면 비교 3건  ·  요청한 두 항목 충족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4D2C6-3C69-4891-8FBA-697C3B33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0/3  → 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1B5CD-FC8C-4248-AB8F-14F01509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24D14-4B43-41D8-90D3-B968099B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59290-F322-4787-92CF-0097F61E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09014-1811-42E1-A108-6D419E00E2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49da1c1a84124"/>
          <a:srcRect xmlns:a="http://schemas.openxmlformats.org/drawingml/2006/main" l="0" t="16000" r="32500" b="33000"/>
          <a:stretch xmlns:a="http://schemas.openxmlformats.org/drawingml/2006/main"/>
        </p:blipFill>
        <p:spPr>
          <a:xfrm xmlns:a="http://schemas.openxmlformats.org/drawingml/2006/main">
            <a:off x="609600" y="3352800"/>
            <a:ext cx="5238750" cy="25622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C33B5-BF3A-44A3-A7E5-3B9C47C2B6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a3f87ac4a4f76"/>
          <a:srcRect xmlns:a="http://schemas.openxmlformats.org/drawingml/2006/main" l="0" t="16000" r="32500" b="31000"/>
          <a:stretch xmlns:a="http://schemas.openxmlformats.org/drawingml/2006/main"/>
        </p:blipFill>
        <p:spPr>
          <a:xfrm xmlns:a="http://schemas.openxmlformats.org/drawingml/2006/main">
            <a:off x="6334125" y="3352800"/>
            <a:ext cx="5238750" cy="25622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EAB2E-BEB0-4982-9D6C-52825216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흡입만 제시해 섭취·피부/눈 접촉이 빠짐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180EF-12A1-48B5-B377-347AC036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흡입·섭취·피부/눈 접촉과 보관 조건을 제시</a:t>
            </a:r>
          </a:p>
        </p:txBody>
      </p:sp>
    </p:spTree>
    <p:extLst>
      <p:ext uri="{BB962C8B-B14F-4D97-AF65-F5344CB8AC3E}">
        <p14:creationId xmlns:p14="http://schemas.microsoft.com/office/powerpoint/2010/main" val="4358706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3F5B7C-9986-403A-842C-CDCA2313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5901E-562E-42AC-9D6A-ACEA8B83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적중을 유지하며 색인 잡음을 제거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D99DB-B21D-4E43-A5D9-F597D2AD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BB6F6-9827-41BD-B5D9-49A80A4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10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4AB53-A9AF-4927-9D50-53E4E285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전체 청크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BB5FD-8814-420A-998D-424D0DFA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715  →  553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1DB07-7A97-42D5-8E67-75C5A1BC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162개 감소  ·  약 22.7%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16F28-8DC3-4E0F-B130-125DDAD2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CB5C0-E309-4398-99B7-018509E6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57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9347A-2F73-4D23-8226-D4D95FB3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B3B55-D7BD-4A69-BCDD-24097277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08B13-801C-429A-A640-44B45134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 청크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6CFD0-4A77-496D-957C-D9E9A93F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17E36-3D9D-4037-B482-DA20313C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D8F65-17D9-41C6-A2DA-AA5F8F11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FA9A0-F082-42E2-8229-C714E615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본문 없는 머리글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1E720-D5FD-4DB5-AAC7-FEE2A34E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B15A9-6FC1-4F5F-96B4-E037D2F0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F356F-43F6-4C74-A2F5-403E182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6A32C-1654-41E8-8B23-AA48C5FA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CAS 없는 청크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97631-DABA-4B6B-9DB7-21F97A9A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152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9C794-2340-4F1C-A826-E8BD5FFF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1185B-3880-4BDC-A516-78897BA1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4A89D-C34A-47A5-9928-45C6534C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이점  빈 근거 검색 후보 감소 · CAS 문맥 보존 · 임베딩·저장 대상 축소</a:t>
            </a:r>
          </a:p>
        </p:txBody>
      </p:sp>
    </p:spTree>
    <p:extLst>
      <p:ext uri="{BB962C8B-B14F-4D97-AF65-F5344CB8AC3E}">
        <p14:creationId xmlns:p14="http://schemas.microsoft.com/office/powerpoint/2010/main" val="1251230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CA23F-C2AA-4592-AA90-0BEE6915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평가·개선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CA2FD-7965-4FED-BA79-BD4EF96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원인 단계를 바꾸고 같은 질문으로 재평가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98015-CC40-4FF2-BC37-7466ECF6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5883F-2F56-4406-AD5B-BBF07ACE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11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EE59F-595E-4E0B-97B9-29F9B44E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관찰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90214-B8A0-499D-984E-39486A37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859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1C74D-389A-4F2A-93F8-AA29F44A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597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재평가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08647-CFD1-420B-B883-E7F0612A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3D339-47D2-48EA-B028-EDE60276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누락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BBB23-957C-494D-B14E-BCC17CBE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의도 분해·섹션별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132F5-80ED-414F-8A0B-5956DC86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화면 3건 두 항목 포함 0/3→3/3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CCB88-F5CF-41A2-92F0-80057DC8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7668B-3D69-4DF8-984B-2D5F1D05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빈 근거 혼입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8BFA6-0D7C-4F4C-B0C1-15A67351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4810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없음·머리글 청크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7EFA0-384F-40FC-8F79-E851CF9D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107→0 / 66→0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9AB0B-BF9B-4650-9702-AED26288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9AB16-7B49-4787-A63F-E900EC62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청킹 부작용 우려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A0446-4647-4C76-B261-50C49B2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같은 임베딩·CAS·top-5로 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D5C49-9470-4FF2-9474-ABE6770B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기대 항목 9/9→9/9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FCB21-E92E-4319-B7CC-A8C25AB2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597E4-A830-4D84-B047-5B7A1B4F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검색 적중, 두 항목 포함, 답변 정확성은 서로 다른 지표입니다.</a:t>
            </a:r>
          </a:p>
        </p:txBody>
      </p:sp>
    </p:spTree>
    <p:extLst>
      <p:ext uri="{BB962C8B-B14F-4D97-AF65-F5344CB8AC3E}">
        <p14:creationId xmlns:p14="http://schemas.microsoft.com/office/powerpoint/2010/main" val="15527524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19BCD-9FFA-4F3C-80CE-5CC8B6C2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한계·다음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ECFBA-D2BC-4EEC-A3E9-1B5B6C36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다음 검증에서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6EBE3-148A-453C-AD3E-3DA4E20A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09768-60C4-4C94-9629-DBFB0EAE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12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C2BC5-384E-4F20-8E15-0DB659E8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현재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D8ECB-79A5-4860-A659-987B8C4C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050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선정 물질 5종의 공식 자료를 검색하고 출처와 함께 답변합니다.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92F6D-F4FD-4054-B702-127E7211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9113D-B247-40FE-8832-0D50528E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미측정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0C488-33E6-47A5-A2FC-7A92C5DA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문장별 정확성·근거성·환각률, 지연시간·비용은 아직 점수화하지 않았습니다.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91992-C3FC-4185-85C8-D5D7D730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D558C-BC74-4AED-9FA2-B07607A2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다음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5D494-6316-47C0-9073-2995877C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148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5건을 원문과 대조하고, 자료에 없는 현장 질문 2건의 보류 응답을 시험합니다.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0705B-8662-4235-8A39-D695AE36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74EB4-9EFF-4BD1-A0F7-7DC4D91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실제 취급·보관 결정은 제품별 MSDS와 연구실 안전 담당자의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7436277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08994-4288-4C9F-9E49-993926E5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팀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0E304-A53C-4104-9BDD-69CC49DC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5명이 나눠 구현한 톡,talk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41593-763E-4899-8C4F-DFB3309E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43603-B04B-41DE-97EE-A75705C9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13 / 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E4128-3456-43D3-8995-06858E8E30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cd8821fb348d4"/>
          <a:srcRect xmlns:a="http://schemas.openxmlformats.org/drawingml/2006/main" l="5800" t="11300" r="75600" b="61300"/>
          <a:stretch xmlns:a="http://schemas.openxmlformats.org/drawingml/2006/main"/>
        </p:blipFill>
        <p:spPr>
          <a:xfrm xmlns:a="http://schemas.openxmlformats.org/drawingml/2006/main">
            <a:off x="81915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68701-B298-4F30-8D6D-7A076426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김대훈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ECE3C-6DCF-4B3B-8FD9-113FB49C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RAG · LLM 서빙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E3238-93B2-43BC-A724-20B2A623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B4399-E1AD-4075-92F9-200DBC02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질문별 근거 검색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FastAPI·LLM 답변 생성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1EF69-C658-48C6-BA96-559221D038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c00f048694ad5"/>
          <a:srcRect xmlns:a="http://schemas.openxmlformats.org/drawingml/2006/main" l="50000" t="11300" r="30700" b="61300"/>
          <a:stretch xmlns:a="http://schemas.openxmlformats.org/drawingml/2006/main"/>
        </p:blipFill>
        <p:spPr>
          <a:xfrm xmlns:a="http://schemas.openxmlformats.org/drawingml/2006/main">
            <a:off x="3038475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CBB8B-4E20-4977-9C40-AE1F571B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강도희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7E849-C39E-45C6-9447-5B630A8B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Front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7A9FB-0EEE-434C-A25B-F3DA02AC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17AA7-EBA4-4B1F-973D-3192B873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Vue 질문·결과 화면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인증·음성 API 연동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0D128-D388-4760-A2D1-252320C685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97d0e92a24097"/>
          <a:srcRect xmlns:a="http://schemas.openxmlformats.org/drawingml/2006/main" l="5400" t="66200" r="75400" b="6200"/>
          <a:stretch xmlns:a="http://schemas.openxmlformats.org/drawingml/2006/main"/>
        </p:blipFill>
        <p:spPr>
          <a:xfrm xmlns:a="http://schemas.openxmlformats.org/drawingml/2006/main">
            <a:off x="525780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223F6-235A-41A5-8F0C-C9D15419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정수민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512DF-D527-4796-8EAE-6EECE6A8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96B4E-C98C-4036-AE24-732705A8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6A24B-50F0-4634-98BB-A2DE270E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Java 로그인·계정 API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JWT 쿠키·MariaDB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904C6-68AA-4BA0-B15F-53D47D791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111d0b1f446f2"/>
          <a:srcRect xmlns:a="http://schemas.openxmlformats.org/drawingml/2006/main" l="49800" t="40000" r="30200" b="33800"/>
          <a:stretch xmlns:a="http://schemas.openxmlformats.org/drawingml/2006/main"/>
        </p:blipFill>
        <p:spPr>
          <a:xfrm xmlns:a="http://schemas.openxmlformats.org/drawingml/2006/main">
            <a:off x="7477125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6ECB9-B9E1-4E05-80C1-76EBDAD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이연주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7C17E-6C29-46B2-9DE7-8A4F4C5C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데이터 파이프라인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9410A-5DD3-4347-9C65-B11FB31A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96086-8D5D-4156-B13C-1BE904AD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KOSHA·NIOSH 수집·청킹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BGE-M3·FAISS 색인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6FEBB-1047-4233-86A7-50F7C19161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1e4017f5349f8"/>
          <a:srcRect xmlns:a="http://schemas.openxmlformats.org/drawingml/2006/main" l="50300" t="66600" r="30700" b="6200"/>
          <a:stretch xmlns:a="http://schemas.openxmlformats.org/drawingml/2006/main"/>
        </p:blipFill>
        <p:spPr>
          <a:xfrm xmlns:a="http://schemas.openxmlformats.org/drawingml/2006/main">
            <a:off x="969645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357B4E-DC1B-44BF-B19F-D6B8C1FB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손연우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157BB-AE5D-4EE6-B53B-7DAA2F57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배포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E231A9-2A5D-4F64-B2FD-BBC1BCD8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091A2-D6BB-4A2C-B3AE-696837AA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Docker Compose·Nginx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헬스체크·기동 검사</a:t>
            </a:r>
          </a:p>
        </p:txBody>
      </p:sp>
    </p:spTree>
    <p:extLst>
      <p:ext uri="{BB962C8B-B14F-4D97-AF65-F5344CB8AC3E}">
        <p14:creationId xmlns:p14="http://schemas.microsoft.com/office/powerpoint/2010/main" val="890878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2026-10-26T05:54:59.7390000Z</dcterms:created>
  <dcterms:modified xsi:type="dcterms:W3CDTF">2026-10-26T05:54:59.7390000Z</dcterms:modified>
</coreProperties>
</file>