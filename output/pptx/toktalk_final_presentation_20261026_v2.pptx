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17a27547e4727" /><Relationship Type="http://schemas.openxmlformats.org/officeDocument/2006/relationships/extended-properties" Target="/docProps/app.xml" Id="R9500c94ca58c49eb" /><Relationship Type="http://schemas.openxmlformats.org/officeDocument/2006/relationships/officeDocument" Target="/ppt/presentation.xml" Id="R9d39d5e40c42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8fc406b224168"/>
  </p:sldMasterIdLst>
  <p:notesMasterIdLst>
    <p:notesMasterId xmlns:r="http://schemas.openxmlformats.org/officeDocument/2006/relationships" r:id="Rc06498302c1a439d"/>
  </p:notesMasterIdLst>
  <p:sldIdLst>
    <p:sldId xmlns:r="http://schemas.openxmlformats.org/officeDocument/2006/relationships" id="256" r:id="Rcdb0e0510ac04d09"/>
    <p:sldId xmlns:r="http://schemas.openxmlformats.org/officeDocument/2006/relationships" id="257" r:id="Rc956615adff640e6"/>
    <p:sldId xmlns:r="http://schemas.openxmlformats.org/officeDocument/2006/relationships" id="258" r:id="R694150103dda4528"/>
    <p:sldId xmlns:r="http://schemas.openxmlformats.org/officeDocument/2006/relationships" id="259" r:id="Rd61179bc612c4b1c"/>
    <p:sldId xmlns:r="http://schemas.openxmlformats.org/officeDocument/2006/relationships" id="260" r:id="R5e067f48ca9a4f7c"/>
    <p:sldId xmlns:r="http://schemas.openxmlformats.org/officeDocument/2006/relationships" id="261" r:id="Rbd3f97239a7d4963"/>
    <p:sldId xmlns:r="http://schemas.openxmlformats.org/officeDocument/2006/relationships" id="262" r:id="Rc33c8610e8a7423e"/>
    <p:sldId xmlns:r="http://schemas.openxmlformats.org/officeDocument/2006/relationships" id="263" r:id="R2f3fa7ff57144315"/>
    <p:sldId xmlns:r="http://schemas.openxmlformats.org/officeDocument/2006/relationships" id="264" r:id="R569b6fb15bd54f77"/>
    <p:sldId xmlns:r="http://schemas.openxmlformats.org/officeDocument/2006/relationships" id="265" r:id="Re7c766e74f61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f5020b1954177" /><Relationship Type="http://schemas.openxmlformats.org/officeDocument/2006/relationships/slideMaster" Target="/ppt/slideMasters/slideMaster1.xml" Id="R4ce8fc406b224168" /><Relationship Type="http://schemas.openxmlformats.org/officeDocument/2006/relationships/notesMaster" Target="/ppt/notesMasters/notesMaster1.xml" Id="Rc06498302c1a439d" /><Relationship Type="http://schemas.openxmlformats.org/officeDocument/2006/relationships/presProps" Target="/ppt/presProps.xml" Id="R94d93f10ac604c9a" /><Relationship Type="http://schemas.openxmlformats.org/officeDocument/2006/relationships/tableStyles" Target="/ppt/tableStyles.xml" Id="R6f3810a9c1a349ec" /><Relationship Type="http://schemas.openxmlformats.org/officeDocument/2006/relationships/slide" Target="/ppt/slides/slide1.xml" Id="Rcdb0e0510ac04d09" /><Relationship Type="http://schemas.openxmlformats.org/officeDocument/2006/relationships/slide" Target="/ppt/slides/slide2.xml" Id="Rc956615adff640e6" /><Relationship Type="http://schemas.openxmlformats.org/officeDocument/2006/relationships/slide" Target="/ppt/slides/slide3.xml" Id="R694150103dda4528" /><Relationship Type="http://schemas.openxmlformats.org/officeDocument/2006/relationships/slide" Target="/ppt/slides/slide4.xml" Id="Rd61179bc612c4b1c" /><Relationship Type="http://schemas.openxmlformats.org/officeDocument/2006/relationships/slide" Target="/ppt/slides/slide5.xml" Id="R5e067f48ca9a4f7c" /><Relationship Type="http://schemas.openxmlformats.org/officeDocument/2006/relationships/slide" Target="/ppt/slides/slide6.xml" Id="Rbd3f97239a7d4963" /><Relationship Type="http://schemas.openxmlformats.org/officeDocument/2006/relationships/slide" Target="/ppt/slides/slide7.xml" Id="Rc33c8610e8a7423e" /><Relationship Type="http://schemas.openxmlformats.org/officeDocument/2006/relationships/slide" Target="/ppt/slides/slide8.xml" Id="R2f3fa7ff57144315" /><Relationship Type="http://schemas.openxmlformats.org/officeDocument/2006/relationships/slide" Target="/ppt/slides/slide9.xml" Id="R569b6fb15bd54f77" /><Relationship Type="http://schemas.openxmlformats.org/officeDocument/2006/relationships/slide" Target="/ppt/slides/slide10.xml" Id="Re7c766e74f61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d6cc0fa43b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8cc77155f4b81" /><Relationship Type="http://schemas.openxmlformats.org/officeDocument/2006/relationships/notesMaster" Target="/ppt/notesMasters/notesMaster1.xml" Id="R69220d2f31c8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a3b81f0750414f" /><Relationship Type="http://schemas.openxmlformats.org/officeDocument/2006/relationships/notesMaster" Target="/ppt/notesMasters/notesMaster1.xml" Id="Rb62ac96d2c4041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cf9f56e774d26" /><Relationship Type="http://schemas.openxmlformats.org/officeDocument/2006/relationships/notesMaster" Target="/ppt/notesMasters/notesMaster1.xml" Id="R929db7024e58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e8cd2756e4af5" /><Relationship Type="http://schemas.openxmlformats.org/officeDocument/2006/relationships/notesMaster" Target="/ppt/notesMasters/notesMaster1.xml" Id="R8fe12bf60ba048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8d5968cb394740" /><Relationship Type="http://schemas.openxmlformats.org/officeDocument/2006/relationships/notesMaster" Target="/ppt/notesMasters/notesMaster1.xml" Id="R126657a1c34642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029f57907b457d" /><Relationship Type="http://schemas.openxmlformats.org/officeDocument/2006/relationships/notesMaster" Target="/ppt/notesMasters/notesMaster1.xml" Id="Rbc659e81637544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4b2aba4bb34023" /><Relationship Type="http://schemas.openxmlformats.org/officeDocument/2006/relationships/notesMaster" Target="/ppt/notesMasters/notesMaster1.xml" Id="Rcb7009c09fc640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341b349694a70" /><Relationship Type="http://schemas.openxmlformats.org/officeDocument/2006/relationships/notesMaster" Target="/ppt/notesMasters/notesMaster1.xml" Id="R4f01170ee963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f8264401c54a47" /><Relationship Type="http://schemas.openxmlformats.org/officeDocument/2006/relationships/notesMaster" Target="/ppt/notesMasters/notesMaster1.xml" Id="R60a4f2856f9b4c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9ed90a15e648e6" /><Relationship Type="http://schemas.openxmlformats.org/officeDocument/2006/relationships/notesMaster" Target="/ppt/notesMasters/notesMaster1.xml" Id="R1b47275a9bc1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compose.dev.yaml, frontend/src/stores/tokTalk.ts의 submitQuestion(), rag/app/api/rag.py, rag/app/services/rag.py, datapipeline/pipeline/pipeline.py. Vue /ask는 현재 /rag-query/auto를 직접 호출한다.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URL은 로컬 개발 서버. 음성 기능은 ElevenLabs 키와 음성 ID 설정에 의존한다. 실험실 위치나 재고 등 공식 자료에 없는 현장 정보는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46159aa8e4d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cd008290740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46eec87494f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9bbdb8a5145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03e5163bc4f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3208dd03546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B74EE-DC89-4B45-A7B6-A96A5A5E2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206CF4-B7C2-486A-8B6C-C40B61890A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861049-1748-4724-9563-E8CA827C5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AD7B03-D44A-4932-B553-8BE882A21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692A9A-104D-4097-B6A0-40FD639642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0F6495-A981-46A6-8307-670124399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A7A1B5-36DC-471E-91BB-7BD5D06B27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B1F143-A5AF-4C50-AE61-05AD1F2402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AA9979-2D5B-426A-A6A4-A2D69D96F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53E458-D5D1-4660-83AE-2C6B7A2DA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282da049854f4c" /><Relationship Type="http://schemas.openxmlformats.org/officeDocument/2006/relationships/slideLayout" Target="/ppt/slideLayouts/slideLayout1.xml" Id="R0fbdfd9f23e54953" /><Relationship Type="http://schemas.openxmlformats.org/officeDocument/2006/relationships/slideLayout" Target="/ppt/slideLayouts/slideLayout2.xml" Id="R369a644331ed4755" /><Relationship Type="http://schemas.openxmlformats.org/officeDocument/2006/relationships/slideLayout" Target="/ppt/slideLayouts/slideLayout3.xml" Id="R2cc0188bb55e45d9" /><Relationship Type="http://schemas.openxmlformats.org/officeDocument/2006/relationships/slideLayout" Target="/ppt/slideLayouts/slideLayout4.xml" Id="R051b97eb757c4908" /><Relationship Type="http://schemas.openxmlformats.org/officeDocument/2006/relationships/slideLayout" Target="/ppt/slideLayouts/slideLayout5.xml" Id="R7073ca09d2c546d3" /><Relationship Type="http://schemas.openxmlformats.org/officeDocument/2006/relationships/slideLayout" Target="/ppt/slideLayouts/slideLayout6.xml" Id="R2064b98312534c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bdfd9f23e54953"/>
    <p:sldLayoutId xmlns:r="http://schemas.openxmlformats.org/officeDocument/2006/relationships" id="2147483650" r:id="R369a644331ed4755"/>
    <p:sldLayoutId xmlns:r="http://schemas.openxmlformats.org/officeDocument/2006/relationships" id="2147483651" r:id="R2cc0188bb55e45d9"/>
    <p:sldLayoutId xmlns:r="http://schemas.openxmlformats.org/officeDocument/2006/relationships" id="2147483652" r:id="R051b97eb757c4908"/>
    <p:sldLayoutId xmlns:r="http://schemas.openxmlformats.org/officeDocument/2006/relationships" id="2147483653" r:id="R7073ca09d2c546d3"/>
    <p:sldLayoutId xmlns:r="http://schemas.openxmlformats.org/officeDocument/2006/relationships" id="2147483654" r:id="R2064b98312534c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8c835201f4fb2" /><Relationship Type="http://schemas.openxmlformats.org/officeDocument/2006/relationships/image" Target="/ppt/media/image.jpeg" Id="R7a109c5ae9254f00" /><Relationship Type="http://schemas.openxmlformats.org/officeDocument/2006/relationships/notesSlide" Target="/ppt/notesSlides/notesSlide1.xml" Id="Redc8492c0238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90116297845de" /><Relationship Type="http://schemas.openxmlformats.org/officeDocument/2006/relationships/notesSlide" Target="/ppt/notesSlides/notesSlide2.xml" Id="R1b1aeffb71d445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067a13e334861" /><Relationship Type="http://schemas.openxmlformats.org/officeDocument/2006/relationships/notesSlide" Target="/ppt/notesSlides/notesSlide3.xml" Id="Rc81876612abe46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b74327d634104" /><Relationship Type="http://schemas.openxmlformats.org/officeDocument/2006/relationships/notesSlide" Target="/ppt/notesSlides/notesSlide4.xml" Id="Rd8831c1f1ea34e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b087d2b4346d6" /><Relationship Type="http://schemas.openxmlformats.org/officeDocument/2006/relationships/notesSlide" Target="/ppt/notesSlides/notesSlide5.xml" Id="Reccfc97a20b641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e39a581194a42" /><Relationship Type="http://schemas.openxmlformats.org/officeDocument/2006/relationships/notesSlide" Target="/ppt/notesSlides/notesSlide6.xml" Id="Rc55f1eb270cb48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6961b4197406f" /><Relationship Type="http://schemas.openxmlformats.org/officeDocument/2006/relationships/image" Target="/ppt/media/image.png" Id="Rc031058c4054487a" /><Relationship Type="http://schemas.openxmlformats.org/officeDocument/2006/relationships/image" Target="/ppt/media/image2.png" Id="Rd24812b863ef4d11" /><Relationship Type="http://schemas.openxmlformats.org/officeDocument/2006/relationships/notesSlide" Target="/ppt/notesSlides/notesSlide7.xml" Id="R65dd57846f54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3448ade8b4276" /><Relationship Type="http://schemas.openxmlformats.org/officeDocument/2006/relationships/notesSlide" Target="/ppt/notesSlides/notesSlide8.xml" Id="Re616b089f6ad4f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87b88c9534064" /><Relationship Type="http://schemas.openxmlformats.org/officeDocument/2006/relationships/notesSlide" Target="/ppt/notesSlides/notesSlide9.xml" Id="R4fa08e8d350142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2d46a06b3443d" /><Relationship Type="http://schemas.openxmlformats.org/officeDocument/2006/relationships/notesSlide" Target="/ppt/notesSlides/notesSlide10.xml" Id="Rd3bbeeb9076547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00688-39C0-48F0-B577-4CD9B5CA9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09c5ae9254f00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28D03-D2A1-414D-826B-88543173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BCB62-1507-4B6A-9BBA-127C246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0E07E-FD46-43E6-BA7F-55611F4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363B9-B10D-41EE-8BE4-3F83550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9549F-BE5C-48B8-9E24-C8A390B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0601F-5438-44B5-93AF-F2E480DC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E755B-9716-41DE-B432-E99B53F6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92605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C49D1-0CBA-41D1-BD85-7885BB72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73823-5ABE-4AFF-8047-1DA8B367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D0EE3-7AC6-4934-883C-F3984B1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547EE-B095-4132-986B-5661ECF3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81D7D-8F9D-4575-BABB-00D66DA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255BB-0DD9-4C45-A235-591D2BA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0003F-F189-4D35-BA89-662FEBBF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E6A44-0F78-4212-AC91-563F7D2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D77F6-0652-450C-8993-FFEA303A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E53AC-E996-4D33-8C4F-D699B3F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1A5A0-C44B-4C37-91F1-1C7CFEE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11A8A-CA25-4194-A898-CAA9E470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861BE-C212-4DEC-ACBF-CE44813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6093-AD6D-4762-AE10-467D417C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9DD3E-1B4B-490A-89E0-EDA81A5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7157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A3C62-8947-4A4D-A495-CEA8FFE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46EEE-5540-4DA1-8E0B-BCF91AC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3F1ED-D3F6-4958-99BA-0857BA64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DC2D1-BDE8-48CC-99CF-F5DB6AA7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B2B48-6D17-405A-9E93-F20D874E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9755-B9AF-43D6-A047-06E8990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FFDDA-AAF7-4FB4-BA85-B1C3725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28333-0EA5-4F54-8AF7-44C467E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5DD6A-AD6A-408D-9326-35973DCC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A6EED-FC1E-4B40-A9A7-8577ED51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121824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ED320-7CFD-4244-8F52-71E5DBF3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9F6D-DDB1-4D7F-941B-1C700095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공식 자료에서 Vue 답변까지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EEC03-AE0D-459A-90D3-1CB609C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6EA12-569F-4F6D-B2A8-8C9A96B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035C0-A78F-4E4F-AF43-A1328C2D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0F2D6-20E8-42EF-93B3-6A64E81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22EDA-25AF-46E3-B939-12D4065F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6ABB5-9A21-4D46-9B2B-476BE12A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KOSHA API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NIOSH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2C5D0-15B2-44D6-80F0-1CD5C77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A91C8-25C7-4041-B52A-A078328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6B916-37B9-4F1B-A74A-DAF90121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9F968-6095-4FE1-9DD8-1064FE7D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빈 항목 제외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CAS·출처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317FD-7F93-49FC-BC8D-124D3DAB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34EDA-F2A8-477A-9D61-832EDCA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802CB-D543-4873-B3B4-0112CE6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색인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FE5F6-B1C2-47ED-B38B-39164598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BGE-M3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FAISS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8B0C4-8EB0-40A6-BCFF-113BAA93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9B7F4-C962-48C5-9A4F-777DF42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53755-4C3A-4AEB-BAA1-5B8F3B9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BF7F0-B3CB-4DEB-B53B-6607641A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의도별 검색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LLM 근거 답변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B659D-9C04-45A1-BF98-75B125B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FF5C2-EC77-4268-A211-B4FF83D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ECD78-B923-4765-8DE8-855A7566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151F4-7231-4F92-A69D-65806AA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Vue /ask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출처·음성 재생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FBE5D0-B99F-4122-BF86-3A7BDB85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729C1-0CC7-4660-8CDA-2704CC6D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인증: Java 백엔드가 JWT 발급  ·  RAG API가 토큰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39A54-3BE4-4AF8-ABF8-793140D6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색인 갱신: 원천 데이터 변경 시 재생성</a:t>
            </a:r>
          </a:p>
        </p:txBody>
      </p:sp>
    </p:spTree>
    <p:extLst>
      <p:ext uri="{BB962C8B-B14F-4D97-AF65-F5344CB8AC3E}">
        <p14:creationId xmlns:p14="http://schemas.microsoft.com/office/powerpoint/2010/main" val="340002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FD5AD-0A5E-49FB-9108-9F8F2DB8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5C315-597B-4B12-9A70-0C803E30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C4632-D402-42D6-A11F-0AEFD68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4190-BF08-4297-B5A7-4D26E671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FB604-ACC0-4979-8BF2-3A0E91FB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19EA-3EE2-4004-B2DA-0FD42E7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0A494-256B-4F1F-906D-AF0A0667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1E722-4970-4A6A-A05D-8DC6A36D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C2720-422E-424D-BA35-87319882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35976-7FBF-4EC3-91F8-E0BA16A5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E57E0-1369-434A-B289-28E0E68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29CA1-B4CB-4AAB-809D-52C9F3C1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0BC12-43D6-41BD-BF61-06BF563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25A8E-31AE-47DE-9D94-D42B1358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569619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F9BBE-70F7-47D5-AAE4-522E030E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F4460-C313-4D87-9F07-9D0072A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정상 질문과 예외를 한 흐름에서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B6E5C-C7C2-4962-A9E9-66D053CE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4E344-04DC-42CD-841A-5A8A16E5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3ABEB-6011-4DB8-836C-31AA4016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localhost:5174 /ask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DF1DC-4585-4B1E-8C91-E4CCDC77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01  로그인 후 질문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8EBF5-51CC-40FB-A025-8A2F3AC0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962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아세톤의 노출 경로와 안전한 보관 방법은?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782E3-3BFB-4AF5-B7FE-778F26D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9F0D8-D0C4-450D-85EF-DC86EBF5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02  답변·출처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26988-8BCA-4D91-A076-818DCA6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두 항목이 모두 있는지, 출처의 CAS와 섹션이 맞는지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301F8-C7AC-4DF2-9D48-DBBF717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2901D-7574-419A-BA83-09CB60A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03  오탈자·음성 기능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7CD48-0003-4968-BE7E-6E54F719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48325"/>
            <a:ext cx="981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“이세톤 보관 방법” → 표준 물질명 확인  /  답변 듣기</a:t>
            </a:r>
          </a:p>
        </p:txBody>
      </p:sp>
    </p:spTree>
    <p:extLst>
      <p:ext uri="{BB962C8B-B14F-4D97-AF65-F5344CB8AC3E}">
        <p14:creationId xmlns:p14="http://schemas.microsoft.com/office/powerpoint/2010/main" val="1465928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A3F1A-CAF4-4B22-9A68-1FD8387E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882C4-C9CD-4B01-9266-EBDF15A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F2C27-BB98-481A-B75E-9C46896E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D6755-C415-44AD-AC98-C112FC3C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CAEA9-AA0C-48D6-9F03-C929A110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C3B8B-880D-43D3-AD02-62A9715B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D2565-76A8-4970-8520-57B39DCB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36E27-BE36-44BA-A06B-3616C2A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A8719-7DAE-4659-9209-5B303D4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25BCB-D3D5-4008-BF6E-5413C984B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1058c4054487a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D2590-DB03-4A8E-A073-1439E993C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812b863ef4d11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5FBE0-23C0-43F0-98BA-A34E425E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DA6DF-26F3-4308-9B25-C24A8C1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2104172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07550-9E77-4A50-A0A0-E1D66284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C2DD8-23A1-4273-B0E9-B824A625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D6A52-B2B7-4ABF-82E7-DB0E1284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04820-8130-4C00-9271-9A3CA068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9602A-DAC1-4E14-BE00-1103296B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64A2C-A44F-41C8-B876-62A690A1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BF329-9486-4B70-AFB9-C180FADC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82AC3-9134-47E3-B85E-CF983AE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FA1E-0EB9-4A98-9881-0A39BF88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4118D-53D3-4E11-BA56-89839B1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E2C32-6545-4272-B29A-C061B4D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F0FEA-E2E3-4D6D-B684-4856FBE1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2A3EA-6815-4009-BA22-04EF6B25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770B0-8C18-4D51-94CE-BAEEF6AE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2647B-6636-464A-9555-E31A598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71DD2-8B9A-4469-A1B9-AB7654CD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2B5F4-FED2-4925-963A-5971353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A53E8-4584-4F24-92D9-5F9C8125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40708-7423-400D-BE16-C36447B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5E05F-C10E-4528-9072-02EA9765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A04BB-0FB5-4EAE-9450-CF138334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566F2-DCAD-4FDF-A54E-8988F71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C049D-3753-423B-B703-F5187A1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8905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770E5-926B-444F-BEB5-5622A5F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79ED0-E423-4075-933C-722582E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229DF-70EF-490B-8312-8A6E2A7C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7D3B7-89B8-4353-89AE-F7611E7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AB40C-6EDF-4369-A565-EFD347ED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0B9E6-DD2F-4459-BD54-6EE734DC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EF12C-1787-495A-8086-40AFCA4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B68A8-9765-4268-94B1-2ADDB5F5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55A97-3AE6-4B07-83F5-8DF1B638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C348E-F944-48A3-91B7-680322E4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5EEDA-9EE4-4367-AA0B-3460018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C04C7-B26E-4B2F-89B3-1238F93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0B57A-2D1E-43F5-AE65-58142D2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F86C0-4D50-4819-BFB6-207F8A2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A8041-C8F1-4B93-B859-7348F3BF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8E720-A96B-474B-8AC2-2987E67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A3840-8897-4B8E-B735-932E850F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57100-8992-48D7-88D5-123D4A51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9D5D4-BF96-4BF0-9422-18BD3A9C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68B43-8452-4299-89E3-A33B03B8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08AF0-01BE-4E23-B18D-8479382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951980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D47FF-9224-4921-A7E8-83B8686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53927-52C8-4291-8E5D-16E47D7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5875C-110D-4006-9D7F-23516D2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20117-E56F-406E-AA10-FB692B8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82090-1C81-46B1-A4ED-8733F7E2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07122-777B-46C2-932E-7087EE8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0F7ED-900C-4ADA-AA0F-EA28A92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882FA-47A4-43A6-A3A1-947415E4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212CA-13BF-4A3C-80BB-9B53A1E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734FD-D580-40AA-BF53-2A3ACD9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8FFA6-BD7D-4042-B47C-BF1F1C5D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9921D-4076-4AB4-ABE3-C1E2DC8D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12272-A8E6-40BE-93E0-A8791F0D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DBB9A-46FB-4265-A031-A62EFB2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602157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2026-10-26T05:13:52.4000000Z</dcterms:created>
  <dcterms:modified xsi:type="dcterms:W3CDTF">2026-10-26T05:13:52.4000000Z</dcterms:modified>
</coreProperties>
</file>