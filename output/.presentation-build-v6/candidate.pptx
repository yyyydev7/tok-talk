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65770330a648ac" /><Relationship Type="http://schemas.openxmlformats.org/officeDocument/2006/relationships/extended-properties" Target="/docProps/app.xml" Id="Re2504476d840455d" /><Relationship Type="http://schemas.openxmlformats.org/officeDocument/2006/relationships/officeDocument" Target="/ppt/presentation.xml" Id="R56c271d3eee34e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f82b17a4a74c04"/>
  </p:sldMasterIdLst>
  <p:notesMasterIdLst>
    <p:notesMasterId xmlns:r="http://schemas.openxmlformats.org/officeDocument/2006/relationships" r:id="Rde1a87f218d74f88"/>
  </p:notesMasterIdLst>
  <p:sldIdLst>
    <p:sldId xmlns:r="http://schemas.openxmlformats.org/officeDocument/2006/relationships" id="256" r:id="R0abd5845a1744eb9"/>
    <p:sldId xmlns:r="http://schemas.openxmlformats.org/officeDocument/2006/relationships" id="257" r:id="Re85495cba5d448fb"/>
    <p:sldId xmlns:r="http://schemas.openxmlformats.org/officeDocument/2006/relationships" id="258" r:id="Rf4a614225f6140df"/>
    <p:sldId xmlns:r="http://schemas.openxmlformats.org/officeDocument/2006/relationships" id="259" r:id="Rac58465f6aa548b5"/>
    <p:sldId xmlns:r="http://schemas.openxmlformats.org/officeDocument/2006/relationships" id="260" r:id="R4941a225507c4958"/>
    <p:sldId xmlns:r="http://schemas.openxmlformats.org/officeDocument/2006/relationships" id="261" r:id="Ra030c5aefe754c40"/>
    <p:sldId xmlns:r="http://schemas.openxmlformats.org/officeDocument/2006/relationships" id="262" r:id="R64c29e0c3d6e4aea"/>
    <p:sldId xmlns:r="http://schemas.openxmlformats.org/officeDocument/2006/relationships" id="263" r:id="R5bc177a78ba3447f"/>
    <p:sldId xmlns:r="http://schemas.openxmlformats.org/officeDocument/2006/relationships" id="264" r:id="R9ab3627442914fe8"/>
    <p:sldId xmlns:r="http://schemas.openxmlformats.org/officeDocument/2006/relationships" id="265" r:id="Rbe75c3e71d4a44e2"/>
    <p:sldId xmlns:r="http://schemas.openxmlformats.org/officeDocument/2006/relationships" id="266" r:id="R35de12c2322b4983"/>
    <p:sldId xmlns:r="http://schemas.openxmlformats.org/officeDocument/2006/relationships" id="267" r:id="Re9f6e74afb934a81"/>
    <p:sldId xmlns:r="http://schemas.openxmlformats.org/officeDocument/2006/relationships" id="268" r:id="R5880f8c6275642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c06552ae324041" /><Relationship Type="http://schemas.openxmlformats.org/officeDocument/2006/relationships/slideMaster" Target="/ppt/slideMasters/slideMaster1.xml" Id="R57f82b17a4a74c04" /><Relationship Type="http://schemas.openxmlformats.org/officeDocument/2006/relationships/notesMaster" Target="/ppt/notesMasters/notesMaster1.xml" Id="Rde1a87f218d74f88" /><Relationship Type="http://schemas.openxmlformats.org/officeDocument/2006/relationships/presProps" Target="/ppt/presProps.xml" Id="Rc5b829e7602946ad" /><Relationship Type="http://schemas.openxmlformats.org/officeDocument/2006/relationships/tableStyles" Target="/ppt/tableStyles.xml" Id="R2bf5f10f88f34b3e" /><Relationship Type="http://schemas.openxmlformats.org/officeDocument/2006/relationships/slide" Target="/ppt/slides/slide1.xml" Id="R0abd5845a1744eb9" /><Relationship Type="http://schemas.openxmlformats.org/officeDocument/2006/relationships/slide" Target="/ppt/slides/slide2.xml" Id="Re85495cba5d448fb" /><Relationship Type="http://schemas.openxmlformats.org/officeDocument/2006/relationships/slide" Target="/ppt/slides/slide3.xml" Id="Rf4a614225f6140df" /><Relationship Type="http://schemas.openxmlformats.org/officeDocument/2006/relationships/slide" Target="/ppt/slides/slide4.xml" Id="Rac58465f6aa548b5" /><Relationship Type="http://schemas.openxmlformats.org/officeDocument/2006/relationships/slide" Target="/ppt/slides/slide5.xml" Id="R4941a225507c4958" /><Relationship Type="http://schemas.openxmlformats.org/officeDocument/2006/relationships/slide" Target="/ppt/slides/slide6.xml" Id="Ra030c5aefe754c40" /><Relationship Type="http://schemas.openxmlformats.org/officeDocument/2006/relationships/slide" Target="/ppt/slides/slide7.xml" Id="R64c29e0c3d6e4aea" /><Relationship Type="http://schemas.openxmlformats.org/officeDocument/2006/relationships/slide" Target="/ppt/slides/slide8.xml" Id="R5bc177a78ba3447f" /><Relationship Type="http://schemas.openxmlformats.org/officeDocument/2006/relationships/slide" Target="/ppt/slides/slide9.xml" Id="R9ab3627442914fe8" /><Relationship Type="http://schemas.openxmlformats.org/officeDocument/2006/relationships/slide" Target="/ppt/slides/slide10.xml" Id="Rbe75c3e71d4a44e2" /><Relationship Type="http://schemas.openxmlformats.org/officeDocument/2006/relationships/slide" Target="/ppt/slides/slide11.xml" Id="R35de12c2322b4983" /><Relationship Type="http://schemas.openxmlformats.org/officeDocument/2006/relationships/slide" Target="/ppt/slides/slide12.xml" Id="Re9f6e74afb934a81" /><Relationship Type="http://schemas.openxmlformats.org/officeDocument/2006/relationships/slide" Target="/ppt/slides/slide13.xml" Id="R5880f8c6275642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4c6fa0369d42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e29ee3c96b4471" /><Relationship Type="http://schemas.openxmlformats.org/officeDocument/2006/relationships/notesMaster" Target="/ppt/notesMasters/notesMaster1.xml" Id="R91f85927cb8e44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25ed2573d1402b" /><Relationship Type="http://schemas.openxmlformats.org/officeDocument/2006/relationships/notesMaster" Target="/ppt/notesMasters/notesMaster1.xml" Id="R80ae6a56d8424c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7785c45be4d64" /><Relationship Type="http://schemas.openxmlformats.org/officeDocument/2006/relationships/notesMaster" Target="/ppt/notesMasters/notesMaster1.xml" Id="Rf329e93f2af346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c00691e9d544dc" /><Relationship Type="http://schemas.openxmlformats.org/officeDocument/2006/relationships/notesMaster" Target="/ppt/notesMasters/notesMaster1.xml" Id="R7b7b03cd37db44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86b1c3f4aa4d81" /><Relationship Type="http://schemas.openxmlformats.org/officeDocument/2006/relationships/notesMaster" Target="/ppt/notesMasters/notesMaster1.xml" Id="R1a0bc2db97944c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fa4825d9e44cec" /><Relationship Type="http://schemas.openxmlformats.org/officeDocument/2006/relationships/notesMaster" Target="/ppt/notesMasters/notesMaster1.xml" Id="Rdd183ad7b3be45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8b3235cbad4f44" /><Relationship Type="http://schemas.openxmlformats.org/officeDocument/2006/relationships/notesMaster" Target="/ppt/notesMasters/notesMaster1.xml" Id="R45dc5b8b575442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025a83cda649dd" /><Relationship Type="http://schemas.openxmlformats.org/officeDocument/2006/relationships/notesMaster" Target="/ppt/notesMasters/notesMaster1.xml" Id="Rca25ceeef9cb48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838259b9444188" /><Relationship Type="http://schemas.openxmlformats.org/officeDocument/2006/relationships/notesMaster" Target="/ppt/notesMasters/notesMaster1.xml" Id="R6420831bb40a48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443a9830c04d45" /><Relationship Type="http://schemas.openxmlformats.org/officeDocument/2006/relationships/notesMaster" Target="/ppt/notesMasters/notesMaster1.xml" Id="R976bdfb318624d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97f78fcfb74415" /><Relationship Type="http://schemas.openxmlformats.org/officeDocument/2006/relationships/notesMaster" Target="/ppt/notesMasters/notesMaster1.xml" Id="R87b579e8b10f4b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4b327af6ec4baf" /><Relationship Type="http://schemas.openxmlformats.org/officeDocument/2006/relationships/notesMaster" Target="/ppt/notesMasters/notesMaster1.xml" Id="Raf16c88490c64d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d5b219a3894419" /><Relationship Type="http://schemas.openxmlformats.org/officeDocument/2006/relationships/notesMaster" Target="/ppt/notesMasters/notesMaster1.xml" Id="R96e8c43faf06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구성은 사용자가 제시한 발표 양식(문제 1분, 아키텍처 2분, 라이브 데모 3분, 결과 2분, 한계·다음 2분)에 맞춤. 사진은 프로젝트 frontend/public/media/lab-pour-poster.jpg.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사용자가 제공한 tok-talk 기획 설명을 요약. 실제 제품별 보관 위치와 연구실 운영 규칙은 공식 자료만으로 확정할 수 없다는 점을 다음 슬라이드에서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대상은 소규모 연구·개발 실험실. 사용자 제공 기획 문서의 문제 정의와 공식 자료 기반 RAG 범위를 바탕으로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아키텍처 다이어그램을 원본 비율 그대로 전체 화면에 배치했다. 원본 파일: /Users/daehun/Downloads/tok-talk-architecture.png.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rag/app/services/rag.py의 INTENTS, _retrieve, answer. 구체적 안전정보는 실제 원문·제품별 MSDS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질문창.png를 입력창 중심으로 확대했다. 로그인 화면은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아세톤.png에서 답변 본문을 크게 확대했다. 원본 화면의 출처 목록은 결과 비교 슬라이드와 발표 시 실제 서비스 화면에서 확인할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이세톤.png에서 답변 본문을 크게 확대했다. 이 자료는 오탈자 입력에서 아세톤 이름으로 답변한 화면 사례다.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사용자 제공 수정 전 화면 캡처. 오른쪽은 사용자 제공 수정 후 화면 캡처. 0/3→3/3은 A01–A03 화면 사례의 두 요청 항목 포함 여부이며 정확도·근거성 전체 점수가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datapipeline/reports/chunking_before_after_20261026.md. 항목별 개수는 겹칠 수 있으므로 합산하지 않는다. 동일 BGE-M3, 동일 9개 질문에서 기대 항목 top-5 적중은 9/9→9/9. 색인 용량과 질의 지연은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3건은 수동 화면 비교, 9건은 자동 검색 항목 평가. 한 변경의 단독 효과로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N01–N02는 미실행. KOSHA/NIOSH 공식 자료는 특정 제품과 연구실 자체 배치를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이름과 담당 분야는 사용자가 제공했다. 세부 작업은 rag/app, frontend/src, backend/src/main/java/com/toktalk/auth, datapipeline/pipeline, infra 및 Compose 설정을 확인해 요약했다. 사진은 사용자가 제공한 팀 소개 이미지에서 각 초상 영역을 잘라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23dcc3f3094d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70db30bf146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76412944343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4b45c53684a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43ce771e944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5195dd43a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E4F6A1-6028-4596-BDCA-8F2D59360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EA359B-5D15-4EF1-8198-DE3E1A6FA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C299F6-6F5E-4EC9-8A3A-0B23710C7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7C527B-63C6-4544-9089-ADA65519E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FD11AF-0D0B-4424-8A37-F90A4CD76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BAA7BB-60BB-4499-A938-893D8C9BC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1B4B97-90C6-4AAC-90AB-A7F1BF723F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671DE9-5943-44FE-BF87-253391F9E8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0DA7B2-7378-45B1-9EDE-8DE5AC663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011286-E11B-454F-816A-FEC82CED88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fb16b28ce4415" /><Relationship Type="http://schemas.openxmlformats.org/officeDocument/2006/relationships/slideLayout" Target="/ppt/slideLayouts/slideLayout1.xml" Id="R67271969a7f549ca" /><Relationship Type="http://schemas.openxmlformats.org/officeDocument/2006/relationships/slideLayout" Target="/ppt/slideLayouts/slideLayout2.xml" Id="R5666e452616b4aef" /><Relationship Type="http://schemas.openxmlformats.org/officeDocument/2006/relationships/slideLayout" Target="/ppt/slideLayouts/slideLayout3.xml" Id="Racd1679eb39b48f2" /><Relationship Type="http://schemas.openxmlformats.org/officeDocument/2006/relationships/slideLayout" Target="/ppt/slideLayouts/slideLayout4.xml" Id="Rffdc1386d9084906" /><Relationship Type="http://schemas.openxmlformats.org/officeDocument/2006/relationships/slideLayout" Target="/ppt/slideLayouts/slideLayout5.xml" Id="R5f05f9a7b2de44fd" /><Relationship Type="http://schemas.openxmlformats.org/officeDocument/2006/relationships/slideLayout" Target="/ppt/slideLayouts/slideLayout6.xml" Id="Re13bfa20fe0b44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271969a7f549ca"/>
    <p:sldLayoutId xmlns:r="http://schemas.openxmlformats.org/officeDocument/2006/relationships" id="2147483650" r:id="R5666e452616b4aef"/>
    <p:sldLayoutId xmlns:r="http://schemas.openxmlformats.org/officeDocument/2006/relationships" id="2147483651" r:id="Racd1679eb39b48f2"/>
    <p:sldLayoutId xmlns:r="http://schemas.openxmlformats.org/officeDocument/2006/relationships" id="2147483652" r:id="Rffdc1386d9084906"/>
    <p:sldLayoutId xmlns:r="http://schemas.openxmlformats.org/officeDocument/2006/relationships" id="2147483653" r:id="R5f05f9a7b2de44fd"/>
    <p:sldLayoutId xmlns:r="http://schemas.openxmlformats.org/officeDocument/2006/relationships" id="2147483654" r:id="Re13bfa20fe0b44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f3b4ee853c4ab4" /><Relationship Type="http://schemas.openxmlformats.org/officeDocument/2006/relationships/image" Target="/ppt/media/image.jpeg" Id="R2fe50c4c66734e76" /><Relationship Type="http://schemas.openxmlformats.org/officeDocument/2006/relationships/notesSlide" Target="/ppt/notesSlides/notesSlide1.xml" Id="Ra1926c8e37c94f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ebc7bb2f644f7" /><Relationship Type="http://schemas.openxmlformats.org/officeDocument/2006/relationships/notesSlide" Target="/ppt/notesSlides/notesSlide2.xml" Id="R9e19a483b20541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6679575635498c" /><Relationship Type="http://schemas.openxmlformats.org/officeDocument/2006/relationships/notesSlide" Target="/ppt/notesSlides/notesSlide3.xml" Id="Ra59b1e935dd643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49860096c466a" /><Relationship Type="http://schemas.openxmlformats.org/officeDocument/2006/relationships/image" Target="/ppt/media/image.png" Id="R01d56a95f8714132" /><Relationship Type="http://schemas.openxmlformats.org/officeDocument/2006/relationships/notesSlide" Target="/ppt/notesSlides/notesSlide4.xml" Id="Rc72d40ca2c3a43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fedd140b146c2" /><Relationship Type="http://schemas.openxmlformats.org/officeDocument/2006/relationships/notesSlide" Target="/ppt/notesSlides/notesSlide5.xml" Id="R59049e15bb0340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4422b0bfc4f5b" /><Relationship Type="http://schemas.openxmlformats.org/officeDocument/2006/relationships/image" Target="/ppt/media/image2.png" Id="Rb9c322d92e0a4464" /><Relationship Type="http://schemas.openxmlformats.org/officeDocument/2006/relationships/notesSlide" Target="/ppt/notesSlides/notesSlide6.xml" Id="R31db30aca7524d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f5fee4e804f18" /><Relationship Type="http://schemas.openxmlformats.org/officeDocument/2006/relationships/image" Target="/ppt/media/image3.png" Id="R8434d8da1ce74a1c" /><Relationship Type="http://schemas.openxmlformats.org/officeDocument/2006/relationships/notesSlide" Target="/ppt/notesSlides/notesSlide7.xml" Id="R800d18dba37248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62c95740f4daa" /><Relationship Type="http://schemas.openxmlformats.org/officeDocument/2006/relationships/image" Target="/ppt/media/image4.png" Id="Raafcb07547134b37" /><Relationship Type="http://schemas.openxmlformats.org/officeDocument/2006/relationships/notesSlide" Target="/ppt/notesSlides/notesSlide8.xml" Id="R6cc1a3fb087449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0381b77774cf4" /><Relationship Type="http://schemas.openxmlformats.org/officeDocument/2006/relationships/image" Target="/ppt/media/image5.png" Id="R59f817a1138a4dc9" /><Relationship Type="http://schemas.openxmlformats.org/officeDocument/2006/relationships/image" Target="/ppt/media/image6.png" Id="R5fe6129fc2464d69" /><Relationship Type="http://schemas.openxmlformats.org/officeDocument/2006/relationships/notesSlide" Target="/ppt/notesSlides/notesSlide9.xml" Id="R5685d5d4a88f4a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8fd5b91324ffb" /><Relationship Type="http://schemas.openxmlformats.org/officeDocument/2006/relationships/notesSlide" Target="/ppt/notesSlides/notesSlide10.xml" Id="R77b1c280ec9b48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57406f49743c1" /><Relationship Type="http://schemas.openxmlformats.org/officeDocument/2006/relationships/notesSlide" Target="/ppt/notesSlides/notesSlide11.xml" Id="R92a1c1b390b242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d7ec137c84367" /><Relationship Type="http://schemas.openxmlformats.org/officeDocument/2006/relationships/notesSlide" Target="/ppt/notesSlides/notesSlide12.xml" Id="R2d77ccf71b314f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2fbdfcf784bfc" /><Relationship Type="http://schemas.openxmlformats.org/officeDocument/2006/relationships/image" Target="/ppt/media/image7.png" Id="R7327686d946f43ce" /><Relationship Type="http://schemas.openxmlformats.org/officeDocument/2006/relationships/image" Target="/ppt/media/image8.png" Id="R364d581d54244652" /><Relationship Type="http://schemas.openxmlformats.org/officeDocument/2006/relationships/image" Target="/ppt/media/image9.png" Id="R0835298545914404" /><Relationship Type="http://schemas.openxmlformats.org/officeDocument/2006/relationships/image" Target="/ppt/media/image10.png" Id="Ra3bc158a24544544" /><Relationship Type="http://schemas.openxmlformats.org/officeDocument/2006/relationships/image" Target="/ppt/media/image11.png" Id="Ra282179abe114926" /><Relationship Type="http://schemas.openxmlformats.org/officeDocument/2006/relationships/notesSlide" Target="/ppt/notesSlides/notesSlide13.xml" Id="Ra5f4fd3c59b448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3E7D3-B0B4-4D63-9A8C-7F7CEC5799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50c4c66734e76"/>
          <a:srcRect xmlns:a="http://schemas.openxmlformats.org/drawingml/2006/main" l="26406" t="0" r="2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43BA3-3836-4CAB-8757-CE1A74AC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1B28A-F41A-453C-8218-FCD2699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실험 순간에 필요한</a:t>
            </a:r>
          </a:p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화학물질 안전정보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5CB41-3BA7-4FD3-8F6B-7EB25EF9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질문을 공식 자료의 근거와 연결하다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882A-ACBC-4E16-B582-E8D3EF0B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10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39FD0-676C-4DEC-92AB-B4E893FE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문제 1분  ·  아키텍처 2분  ·  라이브 데모 3분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DD497-260D-4E6C-9544-F2487256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결과 2분  ·  한계와 다음 단계 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75EC5-4741-4F4D-9AD5-C05D354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AI 서비스 개발 Mini-project  |  2026.10.26</a:t>
            </a:r>
          </a:p>
        </p:txBody>
      </p:sp>
    </p:spTree>
    <p:extLst>
      <p:ext uri="{BB962C8B-B14F-4D97-AF65-F5344CB8AC3E}">
        <p14:creationId xmlns:p14="http://schemas.microsoft.com/office/powerpoint/2010/main" val="1819227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0E659-6DFC-4C7D-91C3-3641E5E6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· 1분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3C020-65C6-46B5-A5F2-64994982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시약을 쓰고 다시 보관할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C9938-FBAF-424C-B16A-6E33FCEA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5DA60-4D12-4BE0-B2DA-C8BFAFA5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02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D2635-4FFF-4100-8D24-6674F777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연구실에서는 물질명을 아는 것만으로 안전하게 반납하기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103C3-CA06-4204-AAE2-F1DD6002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3E357-BF3D-40FA-83E6-95BBF8D4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냉장고별 온도와 인화성 물질의 분리 보관 조건을 다시 확인해야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767AF-8B90-47DF-87CE-2C14D103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B1A84-D0CD-4D0C-A71C-04B498DD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취급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37BB3-CEEB-4B19-9624-B284B9ED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고체·액체·용액 상태에 따라 보호구와 환기 조건이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38D88-9ABC-425E-A9B6-4176447B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1FC9B-0FFD-4DD2-9B60-77E2FA5B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폐기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F6538-173A-40ED-B2DA-1729D43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산·염기·유기용매 폐액을 혼합하지 않도록 분류해야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5758B-AC5A-409D-A3DD-112E331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BCDBD-409A-4A5A-9F89-C364D321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필요한 정보는 길게 작성된 SDS의 여러 항목에 흩어져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48427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126E9-74C3-4C3E-A711-02927F27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→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00470-47B7-47F8-9DF9-64557E96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문서 제목보다 상황을 먼저 묻습니다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CC416-6EE1-49A9-9956-D82E38DC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94E26-17D9-48EF-9457-DDCCC623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03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C747E-7D73-411E-94A3-9796222D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“아세톤은 어떻게 보관하나요?”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08563-2DF2-4BE9-9156-71FD313B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2B07E-1434-4C79-BEA1-4737FBB9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“메탄올이 눈에 닿으면 어떻게 해야 하나요?”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31DB2-D8D8-449D-BB7C-F56BD2E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021FD-191B-4F72-92CF-A324CF02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“톨루엔 노출을 줄이려면?”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7E7B1-FA9E-49D4-B220-CB153DE3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KOSHA MSDS와 NIOSH 자료에서 관련 항목을 찾아 한국어 답변과 출처를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401766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5DC3C-B3F4-4279-8FAB-F5D182B51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56a95f871413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70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CFB4C-633C-4721-8BD8-7A029CB8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CC331-019B-4A8C-9EC6-E73A9CF6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질문은 요청 항목별로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387E4-A94D-488A-897E-83023758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1B4E2-9725-42EC-916A-B4C70593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05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53DA6-C206-4657-9B0A-7E8ED643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“아세톤의 노출 경로와 안전한 보관 방법은?”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CE675-293A-440D-856C-9CCFCB8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06BF7-4A5E-4611-96DB-A7CE86C3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노출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48E86-4995-49C0-A2C6-A7BA6B22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NIOSH 노출 경로 + 약어표에서 흡입·섭취·피부/눈 접촉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DF149-640E-4102-8D92-3C75B544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273A8-7DB7-4A30-907A-DAF0976E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0D947-7CDB-49AA-854F-312E9608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 취급 및 저장방법에서 환기·밀폐·점화원 조건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0E8B7-1C29-4A8F-8EC7-7B8C81ED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9288A-11EE-4268-BDA5-94934544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두 근거를 함께 제공 → 인용 번호 검사 → 답변·출처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82DF3-0FC8-4D93-B6A8-EF8BCC91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요청 항목의 근거가 없으면 담당자 확인 안내</a:t>
            </a:r>
          </a:p>
        </p:txBody>
      </p:sp>
    </p:spTree>
    <p:extLst>
      <p:ext uri="{BB962C8B-B14F-4D97-AF65-F5344CB8AC3E}">
        <p14:creationId xmlns:p14="http://schemas.microsoft.com/office/powerpoint/2010/main" val="1074259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1BE79-53D9-429E-966F-10794345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B3E44-EAA9-4B02-AFE0-9FEB26B4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 입력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94FEE-2953-4A11-B574-F7FD707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4774C-4395-4D72-9DB7-DA230AB2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06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66278-E524-4DB3-812B-792CD6E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물질 선택·텍스트 입력·음성 질문을 한 화면에서 시작합니다.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7B190-A83F-4D5A-9BCE-0524330CA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322d92e0a4464"/>
          <a:srcRect xmlns:a="http://schemas.openxmlformats.org/drawingml/2006/main" l="28700" t="16000" r="29000" b="55500"/>
          <a:stretch xmlns:a="http://schemas.openxmlformats.org/drawingml/2006/main"/>
        </p:blipFill>
        <p:spPr>
          <a:xfrm xmlns:a="http://schemas.openxmlformats.org/drawingml/2006/main">
            <a:off x="1047750" y="2352675"/>
            <a:ext cx="10096500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7715A-7926-46D3-B381-367ED67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검색 버튼으로 물질을 고르고, 질문하거나 마이크로 음성을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860970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8E8ED-B090-448C-B8E5-0A844438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152F8-5E27-4B63-87FB-5D6B81A9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아세톤: 두 항목에 한 번에 답변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0B7EE-F4EF-4CF7-AE80-81A94E70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7F519-ECD1-4097-9565-729810A1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07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8B427-BBF1-4961-BDB0-ED7B8BF2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아세톤의 노출 경로와 안전한 보관 방법은?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A6E6C-5796-4C2C-85CB-4B409ECFB8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4d8da1ce74a1c"/>
          <a:srcRect xmlns:a="http://schemas.openxmlformats.org/drawingml/2006/main" l="30800" t="24900" r="31200" b="50400"/>
          <a:stretch xmlns:a="http://schemas.openxmlformats.org/drawingml/2006/main"/>
        </p:blipFill>
        <p:spPr>
          <a:xfrm xmlns:a="http://schemas.openxmlformats.org/drawingml/2006/main">
            <a:off x="609600" y="2390775"/>
            <a:ext cx="10972800" cy="3590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13A39-7832-487B-B6C6-B5D0E071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흡입·섭취·피부/눈 접촉  /  환기·밀폐·점화원 회피</a:t>
            </a:r>
          </a:p>
        </p:txBody>
      </p:sp>
    </p:spTree>
    <p:extLst>
      <p:ext uri="{BB962C8B-B14F-4D97-AF65-F5344CB8AC3E}">
        <p14:creationId xmlns:p14="http://schemas.microsoft.com/office/powerpoint/2010/main" val="8426581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1740B-1B26-4B9A-BB8D-F52527FA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68210-E8BC-4ACE-A156-90CB865F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오탈자에도 표준 물질명으로 답변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63F3B-27FF-4573-A63C-DF837F8B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63414-FF39-4B9D-B73B-E7A7C1DF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08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D36A7-D8B1-4D1D-804A-B5CD03DC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입력: “이세톤”  /  답변의 물질명: “아세톤”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5A9E7-502A-43BB-93A9-618BB74F8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b07547134b37"/>
          <a:srcRect xmlns:a="http://schemas.openxmlformats.org/drawingml/2006/main" l="30900" t="26900" r="31200" b="48400"/>
          <a:stretch xmlns:a="http://schemas.openxmlformats.org/drawingml/2006/main"/>
        </p:blipFill>
        <p:spPr>
          <a:xfrm xmlns:a="http://schemas.openxmlformats.org/drawingml/2006/main">
            <a:off x="609600" y="2390775"/>
            <a:ext cx="10972800" cy="35909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DB509-8DA1-4B00-BC0A-8DCF738E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CAS 67-64-1의 안전 자료를 근거로 같은 항목을 답변</a:t>
            </a:r>
          </a:p>
        </p:txBody>
      </p:sp>
    </p:spTree>
    <p:extLst>
      <p:ext uri="{BB962C8B-B14F-4D97-AF65-F5344CB8AC3E}">
        <p14:creationId xmlns:p14="http://schemas.microsoft.com/office/powerpoint/2010/main" val="1212224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5F9F8-B926-4D19-8EE0-9B5557E3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4BF9B-7E05-4467-8848-74FF6A4D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질문에서 빠지던 항목을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0AFBC-666B-4E0A-BBC6-8CBCF782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6307B-64CB-4332-8690-CFDD41E8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09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6DDDA-3C0B-4149-A486-01E43999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화면 비교 3건  ·  요청한 두 항목 충족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2C63D-E8C4-49BD-B38D-DD213281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0/3  →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0AAD9-470E-4EDF-9FDA-D82AB1A6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C62B5-D387-4C21-816D-499B9D7C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732D4-A08F-49F1-ADDC-83EC8D70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99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91191-E61C-4D75-8C72-6EEB31ABD2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817a1138a4dc9"/>
          <a:srcRect xmlns:a="http://schemas.openxmlformats.org/drawingml/2006/main" l="0" t="16000" r="32500" b="33000"/>
          <a:stretch xmlns:a="http://schemas.openxmlformats.org/drawingml/2006/main"/>
        </p:blipFill>
        <p:spPr>
          <a:xfrm xmlns:a="http://schemas.openxmlformats.org/drawingml/2006/main">
            <a:off x="609600" y="3352800"/>
            <a:ext cx="5238750" cy="256222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F8F26-EC16-4D16-8B1E-01ADD1CA3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6129fc2464d69"/>
          <a:srcRect xmlns:a="http://schemas.openxmlformats.org/drawingml/2006/main" l="0" t="16000" r="32500" b="31000"/>
          <a:stretch xmlns:a="http://schemas.openxmlformats.org/drawingml/2006/main"/>
        </p:blipFill>
        <p:spPr>
          <a:xfrm xmlns:a="http://schemas.openxmlformats.org/drawingml/2006/main">
            <a:off x="6334125" y="3352800"/>
            <a:ext cx="5238750" cy="25622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AC747-03C4-472D-8942-01AC07A0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흡입만 제시해 섭취·피부/눈 접촉이 빠짐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7F47F-6B91-4629-8921-9E9C05F1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98170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접촉과 보관 조건을 제시</a:t>
            </a:r>
          </a:p>
        </p:txBody>
      </p:sp>
    </p:spTree>
    <p:extLst>
      <p:ext uri="{BB962C8B-B14F-4D97-AF65-F5344CB8AC3E}">
        <p14:creationId xmlns:p14="http://schemas.microsoft.com/office/powerpoint/2010/main" val="1510858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166D1-F6C5-43F4-AB2E-65875D3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CD2BB-7585-45E6-BDAE-EF82AC60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적중을 유지하며 색인 잡음을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0A749-78FF-4F0B-94E7-C8EF0209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FB337-426E-480C-8288-BCC13CFB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10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0906C-20F0-4D50-8817-6BF56395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전체 청크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4C9E6-9A80-4799-8BA9-5D1D533E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715  →  553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3C204-F0FB-48A6-9056-C5E557F3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162개 감소  ·  약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4F6D3-9657-408A-ADF4-6C856DBC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472D0-DEEC-425F-A2F7-64DE1F05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57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05AA5-7834-4F1B-A550-E7024B14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ED94D-9DBB-4669-8D48-CDAB7048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00BB7-F6D8-4655-919A-15883CE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 청크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1A3B7-85DF-4D28-A5CC-68BA477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2A8BA-46A3-4877-A30B-A31B3055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C6D05-3BF5-40B7-8525-26B2537F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25735-7083-4450-BFF9-2A08C898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본문 없는 머리글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9532C-0C76-44E6-B949-74D76E3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D1E48-EDFC-4FC1-884A-A0C82D76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D7663-495C-43D7-9111-BABE77E4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DD455-D567-4B60-977F-2935D093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CAS 없는 청크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5CB23-FEF0-48B9-B0DE-A68B66E6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915C3-55A9-4320-AA6D-970F5242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28AD2-AC96-4149-A543-5D70BBEC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88238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C0263-23F6-4E89-9965-088ADF2D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평가·개선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705D7-CD66-4F52-AA96-9C8B5600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원인 단계를 바꾸고 같은 질문으로 재평가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B3F99-EFC6-48C7-B475-EBB18870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C6A1-B773-4A8A-A1A0-68222DB2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11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FA20D-A16A-4DEC-A2F6-EF67EA6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9CC84-3DD1-4586-AB52-E96E3DA8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AA39F-7462-45BA-8EA2-2C441D1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재평가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CC305-90C8-4FC7-B58E-9BC5D674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BDB2C-A3FD-4357-8EE0-278C516C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누락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0BA7C-E794-4AA9-B81E-F1659A7A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의도 분해·섹션별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33997-38B6-4F13-B9E7-DB14707E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 3건 두 항목 포함 0/3→3/3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512A6-7315-4D37-8D52-30740F2A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BE71B-D3F7-404E-9E59-23482DED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빈 근거 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1AF8E-B3A8-4D57-9C37-4D35D0FA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없음·머리글 청크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D4ADC-6A93-49D3-848C-26A8A894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107→0 / 66→0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113CC-4757-4A7E-9DE4-2C75312A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24032-C24C-4A17-A8C9-7D10A579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 부작용 우려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5624D-7DC4-4C74-87C8-84BC58C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같은 임베딩·CAS·top-5로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58DE5-D9BB-42E9-9D14-08379A3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기대 항목 9/9→9/9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408CB-26D4-4B71-9D55-8002BBE5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A5808-AEB1-4665-B597-FEEBD5FB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검색 적중, 두 항목 포함, 답변 정확성은 서로 다른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9760275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05F02-CF0A-4F5C-9EF9-CA38CF6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한계·다음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94F8E-0411-4512-BDE4-88B5DDB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다음 검증에서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FCD2D-97A3-462C-899B-156588CB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E3229-00F5-49C2-8E8E-ED05A45E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12 /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83DDD-2BD4-4EF2-B101-C1042120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현재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6DA81-6EED-4545-98FF-04C1BA0B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050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선정 물질 5종의 공식 자료를 검색하고 출처와 함께 답변합니다.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29558-D32F-4B9C-96B1-8B3D645B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348F9-9369-421B-890F-9530F75A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35E45-098B-4865-889B-885956D3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문장별 정확성·근거성·환각률, 지연시간·비용은 아직 점수화하지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D654B9-ECB3-4A74-A67C-1FEF285C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9B9D9-29EA-4997-8E61-06869F5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다음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1AD89-C44F-495D-8D05-C0F06050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48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5건을 원문과 대조하고, 자료에 없는 현장 질문 2건의 보류 응답을 시험합니다.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566E0-4E78-4F9E-8C0A-2109334F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060D9-EAA4-4CB2-907B-97062F6B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실제 취급·보관 결정은 제품별 MSDS와 연구실 안전 담당자의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6183051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4C729-8C19-4751-B490-1BB6977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팀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8F188-C973-4F24-87DD-2D518802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5명이 나눠 구현한 톡,talk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46E14-2DFA-4DC4-B905-A9D3D89F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19A66-45BC-41C0-943F-5716DC73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13 / 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3813E-55DB-4793-B862-57C0DA7F49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7686d946f43ce"/>
          <a:srcRect xmlns:a="http://schemas.openxmlformats.org/drawingml/2006/main" l="5800" t="11300" r="75600" b="61300"/>
          <a:stretch xmlns:a="http://schemas.openxmlformats.org/drawingml/2006/main"/>
        </p:blipFill>
        <p:spPr>
          <a:xfrm xmlns:a="http://schemas.openxmlformats.org/drawingml/2006/main">
            <a:off x="8191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725F2-D836-420B-8B68-470CA902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김대훈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54CE5-0DD8-421A-A34F-1D788F98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RAG · LLM 서빙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BB90E-54BD-4779-81FE-5322F9E3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4E0DB-182F-4EB5-8A17-E79180D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질문별 근거 검색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FastAPI·LLM 답변 생성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1A4EA-1861-45D4-96C9-A2506940A3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d581d54244652"/>
          <a:srcRect xmlns:a="http://schemas.openxmlformats.org/drawingml/2006/main" l="50000" t="11300" r="30700" b="61300"/>
          <a:stretch xmlns:a="http://schemas.openxmlformats.org/drawingml/2006/main"/>
        </p:blipFill>
        <p:spPr>
          <a:xfrm xmlns:a="http://schemas.openxmlformats.org/drawingml/2006/main">
            <a:off x="303847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C990D-3414-4620-9A59-8F02A89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강도희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3B1F7-B02A-4E31-8E91-C7ACD033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F02D1-A09D-406B-88DF-2D9FFA89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D2BCE-9FEB-44FD-8D60-1A3319CC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Vue 질문·결과 화면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인증·음성 API 연동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28428-2299-4D2C-A478-6A01D7DB5A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5298545914404"/>
          <a:srcRect xmlns:a="http://schemas.openxmlformats.org/drawingml/2006/main" l="5400" t="66200" r="75400" b="6200"/>
          <a:stretch xmlns:a="http://schemas.openxmlformats.org/drawingml/2006/main"/>
        </p:blipFill>
        <p:spPr>
          <a:xfrm xmlns:a="http://schemas.openxmlformats.org/drawingml/2006/main">
            <a:off x="525780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986BD-5202-4D41-9EF2-08B60E43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정수민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B7462-D829-4FE7-B1AD-6596E449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2BB72-F568-4581-A901-79A7E0CC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6776E-7797-4603-B779-8C3D9AC7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Java 로그인·계정 API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JWT 쿠키·MariaDB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F44BC-2A04-47AF-BBA9-A71831D1B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c158a24544544"/>
          <a:srcRect xmlns:a="http://schemas.openxmlformats.org/drawingml/2006/main" l="49800" t="40000" r="30200" b="33800"/>
          <a:stretch xmlns:a="http://schemas.openxmlformats.org/drawingml/2006/main"/>
        </p:blipFill>
        <p:spPr>
          <a:xfrm xmlns:a="http://schemas.openxmlformats.org/drawingml/2006/main">
            <a:off x="7477125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AADE2-59F3-4217-98D6-DB434B7E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이연주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7A3933-6EDD-47C4-92E9-1B335142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데이터 파이프라인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B992E-7800-451C-BCE3-87747C66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27289D-C1E4-454D-B76E-826CF229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KOSHA·NIOSH 수집·청킹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BGE-M3·FAISS 색인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C711A-4669-48CE-9AC1-4D2E158889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2179abe114926"/>
          <a:srcRect xmlns:a="http://schemas.openxmlformats.org/drawingml/2006/main" l="50300" t="66600" r="30700" b="6200"/>
          <a:stretch xmlns:a="http://schemas.openxmlformats.org/drawingml/2006/main"/>
        </p:blipFill>
        <p:spPr>
          <a:xfrm xmlns:a="http://schemas.openxmlformats.org/drawingml/2006/main">
            <a:off x="9696450" y="1971675"/>
            <a:ext cx="1619250" cy="18192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E33763-F3A7-47B6-A9EB-4A82794E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909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손연우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BDEB7-B171-41E8-8073-04A52CC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91025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배포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25658-BD33-410E-BBB3-624279D0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4822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DC185-8DA7-4AD4-BE84-115D677F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48250"/>
            <a:ext cx="2038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Docker Compose·Nginx</a:t>
            </a:r>
          </a:p>
          <a:p xmlns:a="http://schemas.openxmlformats.org/drawingml/2006/main">
            <a:pPr algn="ctr">
              <a:def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헬스체크·기동 검사</a:t>
            </a:r>
          </a:p>
        </p:txBody>
      </p:sp>
    </p:spTree>
    <p:extLst>
      <p:ext uri="{BB962C8B-B14F-4D97-AF65-F5344CB8AC3E}">
        <p14:creationId xmlns:p14="http://schemas.microsoft.com/office/powerpoint/2010/main" val="1395084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2026-10-26T05:37:20.8360000Z</dcterms:created>
  <dcterms:modified xsi:type="dcterms:W3CDTF">2026-10-26T05:37:20.8360000Z</dcterms:modified>
</coreProperties>
</file>