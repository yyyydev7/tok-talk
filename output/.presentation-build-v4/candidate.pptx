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c3b8c63754b7e" /><Relationship Type="http://schemas.openxmlformats.org/officeDocument/2006/relationships/extended-properties" Target="/docProps/app.xml" Id="Ra54cc670e58c44a4" /><Relationship Type="http://schemas.openxmlformats.org/officeDocument/2006/relationships/officeDocument" Target="/ppt/presentation.xml" Id="R0280392f679447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871b4e363441a"/>
  </p:sldMasterIdLst>
  <p:notesMasterIdLst>
    <p:notesMasterId xmlns:r="http://schemas.openxmlformats.org/officeDocument/2006/relationships" r:id="R1f70cc0ffdbd4f38"/>
  </p:notesMasterIdLst>
  <p:sldIdLst>
    <p:sldId xmlns:r="http://schemas.openxmlformats.org/officeDocument/2006/relationships" id="256" r:id="Ra36985acb1c0444c"/>
    <p:sldId xmlns:r="http://schemas.openxmlformats.org/officeDocument/2006/relationships" id="257" r:id="R147cfa1707794373"/>
    <p:sldId xmlns:r="http://schemas.openxmlformats.org/officeDocument/2006/relationships" id="258" r:id="R3ef31a8184934d96"/>
    <p:sldId xmlns:r="http://schemas.openxmlformats.org/officeDocument/2006/relationships" id="259" r:id="R8a9e3a95b4574011"/>
    <p:sldId xmlns:r="http://schemas.openxmlformats.org/officeDocument/2006/relationships" id="260" r:id="R5b984bfb20c54b33"/>
    <p:sldId xmlns:r="http://schemas.openxmlformats.org/officeDocument/2006/relationships" id="261" r:id="Re77dbe9bdd0344fe"/>
    <p:sldId xmlns:r="http://schemas.openxmlformats.org/officeDocument/2006/relationships" id="262" r:id="Re64173590efa456a"/>
    <p:sldId xmlns:r="http://schemas.openxmlformats.org/officeDocument/2006/relationships" id="263" r:id="R268f228f6e964a79"/>
    <p:sldId xmlns:r="http://schemas.openxmlformats.org/officeDocument/2006/relationships" id="264" r:id="Rb4e70b5ee2df4058"/>
    <p:sldId xmlns:r="http://schemas.openxmlformats.org/officeDocument/2006/relationships" id="265" r:id="Radb3641db1364987"/>
    <p:sldId xmlns:r="http://schemas.openxmlformats.org/officeDocument/2006/relationships" id="266" r:id="Reec3264321f54d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00669b0a94433" /><Relationship Type="http://schemas.openxmlformats.org/officeDocument/2006/relationships/slideMaster" Target="/ppt/slideMasters/slideMaster1.xml" Id="R538871b4e363441a" /><Relationship Type="http://schemas.openxmlformats.org/officeDocument/2006/relationships/notesMaster" Target="/ppt/notesMasters/notesMaster1.xml" Id="R1f70cc0ffdbd4f38" /><Relationship Type="http://schemas.openxmlformats.org/officeDocument/2006/relationships/presProps" Target="/ppt/presProps.xml" Id="R2393ee6411774e47" /><Relationship Type="http://schemas.openxmlformats.org/officeDocument/2006/relationships/tableStyles" Target="/ppt/tableStyles.xml" Id="Rbd656ab3f79b4218" /><Relationship Type="http://schemas.openxmlformats.org/officeDocument/2006/relationships/slide" Target="/ppt/slides/slide1.xml" Id="Ra36985acb1c0444c" /><Relationship Type="http://schemas.openxmlformats.org/officeDocument/2006/relationships/slide" Target="/ppt/slides/slide2.xml" Id="R147cfa1707794373" /><Relationship Type="http://schemas.openxmlformats.org/officeDocument/2006/relationships/slide" Target="/ppt/slides/slide3.xml" Id="R3ef31a8184934d96" /><Relationship Type="http://schemas.openxmlformats.org/officeDocument/2006/relationships/slide" Target="/ppt/slides/slide4.xml" Id="R8a9e3a95b4574011" /><Relationship Type="http://schemas.openxmlformats.org/officeDocument/2006/relationships/slide" Target="/ppt/slides/slide5.xml" Id="R5b984bfb20c54b33" /><Relationship Type="http://schemas.openxmlformats.org/officeDocument/2006/relationships/slide" Target="/ppt/slides/slide6.xml" Id="Re77dbe9bdd0344fe" /><Relationship Type="http://schemas.openxmlformats.org/officeDocument/2006/relationships/slide" Target="/ppt/slides/slide7.xml" Id="Re64173590efa456a" /><Relationship Type="http://schemas.openxmlformats.org/officeDocument/2006/relationships/slide" Target="/ppt/slides/slide8.xml" Id="R268f228f6e964a79" /><Relationship Type="http://schemas.openxmlformats.org/officeDocument/2006/relationships/slide" Target="/ppt/slides/slide9.xml" Id="Rb4e70b5ee2df4058" /><Relationship Type="http://schemas.openxmlformats.org/officeDocument/2006/relationships/slide" Target="/ppt/slides/slide10.xml" Id="Radb3641db1364987" /><Relationship Type="http://schemas.openxmlformats.org/officeDocument/2006/relationships/slide" Target="/ppt/slides/slide11.xml" Id="Reec3264321f5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4588220e9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b0cdcb4d44be0" /><Relationship Type="http://schemas.openxmlformats.org/officeDocument/2006/relationships/notesMaster" Target="/ppt/notesMasters/notesMaster1.xml" Id="R38723564b055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a6394674949b9" /><Relationship Type="http://schemas.openxmlformats.org/officeDocument/2006/relationships/notesMaster" Target="/ppt/notesMasters/notesMaster1.xml" Id="Rab7bc78a9ce0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14fb3de9e4915" /><Relationship Type="http://schemas.openxmlformats.org/officeDocument/2006/relationships/notesMaster" Target="/ppt/notesMasters/notesMaster1.xml" Id="R0b2e8d00da1e49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8b14a26d4e4cec" /><Relationship Type="http://schemas.openxmlformats.org/officeDocument/2006/relationships/notesMaster" Target="/ppt/notesMasters/notesMaster1.xml" Id="R13899227831b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4c4463771b4b0a" /><Relationship Type="http://schemas.openxmlformats.org/officeDocument/2006/relationships/notesMaster" Target="/ppt/notesMasters/notesMaster1.xml" Id="R11fc44a843d2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819ef6dcb4b78" /><Relationship Type="http://schemas.openxmlformats.org/officeDocument/2006/relationships/notesMaster" Target="/ppt/notesMasters/notesMaster1.xml" Id="R8c1be53ba28f48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cb65b0355f4153" /><Relationship Type="http://schemas.openxmlformats.org/officeDocument/2006/relationships/notesMaster" Target="/ppt/notesMasters/notesMaster1.xml" Id="Rd799bbfbb63d4e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8b298667e453c" /><Relationship Type="http://schemas.openxmlformats.org/officeDocument/2006/relationships/notesMaster" Target="/ppt/notesMasters/notesMaster1.xml" Id="R48aa7faa42fc42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d42a293b87408a" /><Relationship Type="http://schemas.openxmlformats.org/officeDocument/2006/relationships/notesMaster" Target="/ppt/notesMasters/notesMaster1.xml" Id="R24877f8b5272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724f1e86d04523" /><Relationship Type="http://schemas.openxmlformats.org/officeDocument/2006/relationships/notesMaster" Target="/ppt/notesMasters/notesMaster1.xml" Id="R025e7e0f78b84d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e7881080ad44f4" /><Relationship Type="http://schemas.openxmlformats.org/officeDocument/2006/relationships/notesMaster" Target="/ppt/notesMasters/notesMaster1.xml" Id="R48519b63ea6a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아키텍처 다이어그램을 원본 비율 그대로 전체 화면에 배치했다. 원본 파일: /Users/daehun/Downloads/tok-talk-architecture.png.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URL은 로컬 개발 서버. 음성 기능은 ElevenLabs 키와 음성 ID 설정에 의존한다. 실험실 위치나 재고 등 공식 자료에 없는 현장 정보는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823c0818e4a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76afb8b664c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4d2a501a642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a341f65184d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2c31bdcb442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d78b510a3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34D6FC-3B57-44E4-8173-318BCB0DE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E300C3-DA9B-4808-AADC-68C4AE8775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277E8A-5835-4996-883B-CA7DA1F7FD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797F7A-DAD3-44A4-9535-6FB459265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47348A-7364-49B4-AE78-2850594360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3E2CDA-172D-4B1A-9249-96B3BF585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7F869E-469F-4EC3-B030-6956601D2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605C6F-1610-4DCE-B7C4-7F86596AFD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7A0338-409C-43EE-B397-25D864A1D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ECCD0-58B5-4A79-8F2B-A6A4399E4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e1c0423b04340" /><Relationship Type="http://schemas.openxmlformats.org/officeDocument/2006/relationships/slideLayout" Target="/ppt/slideLayouts/slideLayout1.xml" Id="R5bb2a1feb5584d55" /><Relationship Type="http://schemas.openxmlformats.org/officeDocument/2006/relationships/slideLayout" Target="/ppt/slideLayouts/slideLayout2.xml" Id="Re032e50334d443a1" /><Relationship Type="http://schemas.openxmlformats.org/officeDocument/2006/relationships/slideLayout" Target="/ppt/slideLayouts/slideLayout3.xml" Id="Ra5d7aea6e7204842" /><Relationship Type="http://schemas.openxmlformats.org/officeDocument/2006/relationships/slideLayout" Target="/ppt/slideLayouts/slideLayout4.xml" Id="Rb43fc8f3079e4ac2" /><Relationship Type="http://schemas.openxmlformats.org/officeDocument/2006/relationships/slideLayout" Target="/ppt/slideLayouts/slideLayout5.xml" Id="R58eb5edc66ec469b" /><Relationship Type="http://schemas.openxmlformats.org/officeDocument/2006/relationships/slideLayout" Target="/ppt/slideLayouts/slideLayout6.xml" Id="R95f43c400ca747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2a1feb5584d55"/>
    <p:sldLayoutId xmlns:r="http://schemas.openxmlformats.org/officeDocument/2006/relationships" id="2147483650" r:id="Re032e50334d443a1"/>
    <p:sldLayoutId xmlns:r="http://schemas.openxmlformats.org/officeDocument/2006/relationships" id="2147483651" r:id="Ra5d7aea6e7204842"/>
    <p:sldLayoutId xmlns:r="http://schemas.openxmlformats.org/officeDocument/2006/relationships" id="2147483652" r:id="Rb43fc8f3079e4ac2"/>
    <p:sldLayoutId xmlns:r="http://schemas.openxmlformats.org/officeDocument/2006/relationships" id="2147483653" r:id="R58eb5edc66ec469b"/>
    <p:sldLayoutId xmlns:r="http://schemas.openxmlformats.org/officeDocument/2006/relationships" id="2147483654" r:id="R95f43c400ca747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b2abe89744d31" /><Relationship Type="http://schemas.openxmlformats.org/officeDocument/2006/relationships/image" Target="/ppt/media/image.jpeg" Id="R2ed5f075251b4ec6" /><Relationship Type="http://schemas.openxmlformats.org/officeDocument/2006/relationships/notesSlide" Target="/ppt/notesSlides/notesSlide1.xml" Id="Rc20d5dbf3c2d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da37f4e984a88" /><Relationship Type="http://schemas.openxmlformats.org/officeDocument/2006/relationships/notesSlide" Target="/ppt/notesSlides/notesSlide2.xml" Id="Rf1c0601b61f546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1676a8fa24410" /><Relationship Type="http://schemas.openxmlformats.org/officeDocument/2006/relationships/notesSlide" Target="/ppt/notesSlides/notesSlide3.xml" Id="R6d8bb7d6e514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a33dd14714274" /><Relationship Type="http://schemas.openxmlformats.org/officeDocument/2006/relationships/image" Target="/ppt/media/image.png" Id="R47519721b0d04795" /><Relationship Type="http://schemas.openxmlformats.org/officeDocument/2006/relationships/notesSlide" Target="/ppt/notesSlides/notesSlide4.xml" Id="Ref600ee2bd6047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a31322271403a" /><Relationship Type="http://schemas.openxmlformats.org/officeDocument/2006/relationships/notesSlide" Target="/ppt/notesSlides/notesSlide5.xml" Id="R133c5af2a5eb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f84fd1ae64b68" /><Relationship Type="http://schemas.openxmlformats.org/officeDocument/2006/relationships/notesSlide" Target="/ppt/notesSlides/notesSlide6.xml" Id="Rfdb0407fbe2e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6cd9b64ee400b" /><Relationship Type="http://schemas.openxmlformats.org/officeDocument/2006/relationships/image" Target="/ppt/media/image2.png" Id="R366717fdc0c34b83" /><Relationship Type="http://schemas.openxmlformats.org/officeDocument/2006/relationships/image" Target="/ppt/media/image3.png" Id="Rf045f0eadd734dee" /><Relationship Type="http://schemas.openxmlformats.org/officeDocument/2006/relationships/notesSlide" Target="/ppt/notesSlides/notesSlide7.xml" Id="R0f8dc9e9586f43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3891c22d149dc" /><Relationship Type="http://schemas.openxmlformats.org/officeDocument/2006/relationships/notesSlide" Target="/ppt/notesSlides/notesSlide8.xml" Id="Raaa5724c2aaf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350a5cb0e447f" /><Relationship Type="http://schemas.openxmlformats.org/officeDocument/2006/relationships/notesSlide" Target="/ppt/notesSlides/notesSlide9.xml" Id="R5e906c7bff8e42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f1d066cf748f8" /><Relationship Type="http://schemas.openxmlformats.org/officeDocument/2006/relationships/notesSlide" Target="/ppt/notesSlides/notesSlide10.xml" Id="Re7f9c3d09a0f48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d13f8dcbc4e26" /><Relationship Type="http://schemas.openxmlformats.org/officeDocument/2006/relationships/image" Target="/ppt/media/image4.png" Id="R2b65e70c8d724d97" /><Relationship Type="http://schemas.openxmlformats.org/officeDocument/2006/relationships/image" Target="/ppt/media/image5.png" Id="Ra3dc0c17bbe84e21" /><Relationship Type="http://schemas.openxmlformats.org/officeDocument/2006/relationships/image" Target="/ppt/media/image6.png" Id="R122128df25e7499c" /><Relationship Type="http://schemas.openxmlformats.org/officeDocument/2006/relationships/image" Target="/ppt/media/image7.png" Id="Re14df887345c4eca" /><Relationship Type="http://schemas.openxmlformats.org/officeDocument/2006/relationships/image" Target="/ppt/media/image8.png" Id="R4082d11506704583" /><Relationship Type="http://schemas.openxmlformats.org/officeDocument/2006/relationships/notesSlide" Target="/ppt/notesSlides/notesSlide11.xml" Id="Ra09020905c8c43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D6A0E-B520-4CF8-8D20-45A0321E4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5f075251b4ec6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B559-915F-46FB-A8BC-7490BE1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A0E67-31F0-4AE8-A4CA-090D54A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78EF-5766-48F2-8A06-88DD5639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807FD-61BB-473F-BB70-06C450C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75B31-9AB2-4724-8F5B-A7DD4D43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5123E-915A-465F-8E41-5FA7C78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6496C-EBB3-48B7-A026-F526F72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351567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48450-F0A1-4140-BD06-B056FCF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63D37-4DC0-471A-819B-50DE2C2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6F187-966A-416D-9190-D6CA6BB9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7B148-39FA-45E9-A6FA-E401B90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0C815-8F85-4C0F-B813-DFB51E5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F3BF5-8DA8-4F24-BC27-A1FEC23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D9DD1-679C-48F5-9901-1D6B7F4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2A6DC-AE52-4AD4-893C-466982C3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CD09C-6AE4-457E-A7FF-8E4148D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C5C3D-A26B-40F7-A35D-27B866B5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3BD23-DF88-42E7-9521-3E0705B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34877-FDDE-4AF1-B1CD-498D802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75175-DA5F-4C5C-BFF2-A52ADB5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86A70-0DF9-4186-9EE3-7C24718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A03CA-2B5C-40E1-8F2B-4F2EE31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28855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F7E3B-DF8B-4F6B-AC3F-72D9E37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81BCD-21AD-4A67-AD13-E33613A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CF6F4-7BA6-4483-9CF0-7A3D3A87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E77C4-A06F-49AA-96DD-3AE6E02E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01478-60F6-49D9-B97C-4C47A9B3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FAC7F-E1AE-4B1D-9571-9AB6FAB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30536-CB8D-42C4-BDC5-977AAD9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832E2-AED7-4A10-875D-261E5760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FD00B-5CB5-45FC-8219-36B0A272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6CD3A-181F-45C0-9F0F-440D094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599151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FD90-D68A-44DE-9C27-0057CE0A5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19721b0d0479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62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88823-E611-4807-A6F0-276B073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9E572-8ABE-4AB1-AD19-A4DB73F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85979-6750-47EA-AA0E-B3D47DC0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48AC3-9EFC-42D5-9034-CCA20FB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50790-77A2-45AB-BADC-52C67453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37DC2-E4EB-47F1-9B58-30B164F2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9452F-AEBF-4C06-81B7-E236193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49834-63DA-4A64-A458-E3F4BEC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6EDA1-D953-490C-A0C6-95221882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73362-D282-4EA0-83E5-EFCF0110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16512-A818-4FE4-B3C3-E1CBFBE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A9548-9BD4-4A72-BCFA-8337551A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7D924-4276-42C2-BE25-B753D56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8BB0F-AC70-4DDF-B8D3-5AD3298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2140902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0523E-ADFA-4F3F-9695-D2B225F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1CA6C-68BA-49C9-BAF8-E51FEF9F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정상 질문과 예외를 한 흐름에서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9DEC6-472C-4D23-B42E-3BEAE56D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E68DA-4274-4B9B-B920-034DF90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0D1BD-EED1-422D-9D5C-0A584A6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localhost:5174 /ask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821B-7138-43F6-BE3B-6B8FB131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01  로그인 후 질문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C272C-9238-4CDE-ABA3-A40B7B5E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962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아세톤의 노출 경로와 안전한 보관 방법은?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1559C-70EE-409B-AFAA-4FDFBE5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B252F-3B00-46DF-B51E-647F9DA8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02  답변·출처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19734-9FEC-4CD3-A2A5-7B74CF76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두 항목이 모두 있는지, 출처의 CAS와 섹션이 맞는지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3B48B-258A-4ACC-AC76-B5D42F70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76C7-FA2D-4756-A281-92D1C93C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03  오탈자·음성 기능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0B727-DE92-40C5-AC21-3BCFF89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48325"/>
            <a:ext cx="981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“이세톤 보관 방법” → 표준 물질명 확인  /  답변 듣기</a:t>
            </a:r>
          </a:p>
        </p:txBody>
      </p:sp>
    </p:spTree>
    <p:extLst>
      <p:ext uri="{BB962C8B-B14F-4D97-AF65-F5344CB8AC3E}">
        <p14:creationId xmlns:p14="http://schemas.microsoft.com/office/powerpoint/2010/main" val="88202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A8556-83CD-4640-87F1-ED3A382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1D316-7E97-4E40-8AB0-D75234C3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04CB7-852B-45CC-9637-18E915B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4C565-C366-418A-A905-49650876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545BD-9A5B-4816-A20B-5806A13A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3E442-BD2C-4DAA-9468-EF4AB4AE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DC4F0-7AB8-48BB-B572-26395C4E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4A7B-B1A5-46FC-8A51-90D3081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BBC6B-96D0-4EED-BD1B-D7A4EF35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FA554-10BB-46CC-A2EE-CE42A390E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717fdc0c34b83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F35BB-B5E2-40D6-B520-0E3B4D99D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5f0eadd734dee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EB706-B427-4212-83DB-B71554E2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6FA01-46EE-474F-A49D-700FDEB2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1488703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4A6EC-33A4-4C57-A161-7F1A900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662EE-C804-4E2F-AAEF-FB08EA3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CC819-0318-4C02-9713-D2A8F0B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778B4-8B72-4E7C-B98E-AB7FD48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57C7-CA91-4E31-B950-6F3EC6F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64B3B-9ACF-409E-9C09-C8FE8DCF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D307A-5EFA-4BC6-AA09-5F7FFDD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DC38A-FDD3-4923-80B1-798E1379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C3FA7-F300-4B08-B6CF-8A94205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A4034-EEA5-4AB4-BDFA-E506CDC8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74851-EA30-4B22-AEE9-FD2A830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30D88-14A3-4313-8EEC-B77B3DB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E3733-6009-48EA-A2C3-E094048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08769-ABC8-4E47-B905-166AE4B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9ED8A-F0E3-4446-9B55-8F92A90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FCFF0-3A0A-4BD9-A9C5-EE77D49A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F776E-F143-47D1-90BC-9FFC216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9BCAC-F190-4AA2-92A5-030CF8CC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0601C-84F2-419D-9A0A-3BFA012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02192-487D-4FD4-8F5C-E2EAA05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066C0-0CED-4C7B-A4AB-9AF3AFC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071BF-F630-4DFC-AD2D-198B07A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747C9-5974-4AD9-BF79-B540023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237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29A72-AF64-4CE4-A21D-7C407BD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11972-2176-4224-B71F-F896E63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2AE98-08E9-4AF5-BEFF-35FF8C26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0922F-7357-4895-93B5-FC7FE55A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95668-7FF7-4546-8772-CD062B9E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1C85B-7AE0-4C07-93CD-C56CC26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5B96-609A-41E7-BB58-AE49207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1A4BC-DCE3-4EEF-B8A2-05CA4B8C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32812-79D9-4A9B-88E7-CB74FCD0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6A8A3-7681-41EF-9673-F4352C4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539E9-4ED5-49F1-8C0A-0139E4A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9D540-6971-4451-8011-BCE5E66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94844-0265-4DAD-B761-C2608B8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02EDA-E43B-4ECB-85E4-A0212A8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3E056-F1B9-4E56-9D02-011FAEA2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FE1F5-6E3D-4455-AEA6-4FE73A2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7B219-65B9-4732-AA0B-667FE190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43AFF-35EF-4ACE-9AFB-E1B75C4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608FB-1072-4FEA-9B84-7DC24F39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42A10-B024-466E-851A-8FAD45E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A3262-01AF-43F2-BE06-930FE3AD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1538764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A4B87-4F82-4C22-BA9F-532F611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2B9AC-EC6D-4117-B25F-FB4B5C1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BFE5E-6206-471F-8A56-9B2AFFAB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F1F71-CC35-4AD8-B74B-DCF40DDD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85707-E9F6-4184-9896-3BF0A07A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B7AD8-89B2-4BE3-8B5A-8D9F67AB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AC3A-C9B6-46EF-A7A5-8AD099B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4D1D9-5F6B-47E3-9A5F-7A588D8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A71EC-56D1-471C-86F5-D3B9DD76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1EAA8-5B34-49DB-A5E1-1396128F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0EE17-EA8C-4D4E-9370-D7AC77A8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8FCCB-AA15-46BD-B1BD-3E0C698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F0E8E-3F1E-487A-9A26-2359F05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29ACF-17C3-4B19-BF3F-4B0463F2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60747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FC330-D440-48AF-B05D-997A25A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8BEBF-5843-4B01-99CF-07E840C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314C5-E4EE-4120-BB3A-2D68435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EEF6B-6A25-4EE9-AD0E-B47C22D8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1D22A-F113-4120-B354-CFA547830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5e70c8d724d97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5865-D0D4-471F-8307-9697544C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735D-AA18-4A7C-B5D6-3FEC0927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E1929-710A-4E90-9B56-8F5E5C5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EB7A6-8950-4415-9C04-AAFDDEF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92281-CC52-4CB7-AECE-12891F7AB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c0c17bbe84e21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ABB70-5A1C-40DE-A1AC-DCE27B23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64AE2-8A46-4A4C-824D-7942DF4D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287BE-14FE-4EC6-8D55-79AB3FCB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E6002-9FE6-4EFD-ADD7-82EDCD0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8A17-723D-41E6-98C6-BF2EBB3700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128df25e7499c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44FCD-ABB4-4958-B17D-DDCD637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A037C-A0F8-4001-A068-B89CF46C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44581-6CF8-4DCC-AD8B-ED7DAA8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F557A-5683-4EBA-9E5F-8EFA0E42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D75C1-B18A-4AD3-B641-D7D48B98F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df887345c4eca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FC158-A971-4F72-90F9-E97932E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84FE8-361C-4903-902A-A102905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FEF0C-3D64-452E-A517-C39EE34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DFB00-E539-46D2-8D76-91140CFA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9346D-D825-418F-9810-FD175D05A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d11506704583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D2DA9-1562-48EC-B2F2-D2AC047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8716C-7F0B-4981-A03B-7B284F4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DE6A5-3057-4CA9-9F6E-2A08BB9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E4F3E-5F4D-4E6A-854F-B499431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1714014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2026-10-26T05:33:33.0850000Z</dcterms:created>
  <dcterms:modified xsi:type="dcterms:W3CDTF">2026-10-26T05:33:33.0850000Z</dcterms:modified>
</coreProperties>
</file>